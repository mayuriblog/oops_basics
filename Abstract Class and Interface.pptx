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74" r:id="rId5"/>
    <p:sldId id="261" r:id="rId6"/>
    <p:sldId id="275" r:id="rId7"/>
    <p:sldId id="276" r:id="rId8"/>
    <p:sldId id="279" r:id="rId9"/>
    <p:sldId id="280" r:id="rId10"/>
    <p:sldId id="281" r:id="rId11"/>
    <p:sldId id="282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6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7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8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4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2B8CC-0CE7-4FCE-9934-0CACCB67E40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A3B41-5EBA-4AEC-9F4A-E1799D25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770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Interface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68703"/>
          </a:xfrm>
        </p:spPr>
        <p:txBody>
          <a:bodyPr>
            <a:noAutofit/>
          </a:bodyPr>
          <a:lstStyle/>
          <a:p>
            <a:r>
              <a:rPr lang="en-US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 </a:t>
            </a:r>
            <a:r>
              <a:rPr lang="en-US" sz="3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Padmaja</a:t>
            </a:r>
            <a:endParaRPr lang="en-US" sz="3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Dean, Career Development Centre</a:t>
            </a:r>
          </a:p>
          <a:p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IARE</a:t>
            </a:r>
            <a:endParaRPr lang="en-US" sz="3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99" y="365125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Abstract Class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45389" y="1232457"/>
            <a:ext cx="1061049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class that is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declared using the abstract keyword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is designed to serve as a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(or parent) class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other classes.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 both abstract and concrete methods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method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 body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must be implemented by its subclass.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154" y="3909427"/>
            <a:ext cx="76660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</a:t>
            </a:r>
            <a:r>
              <a:rPr 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abstract void </a:t>
            </a:r>
            <a:r>
              <a:rPr 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methodName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normalMethod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      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//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method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("This is a concrete method.");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503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7173"/>
            <a:ext cx="10515600" cy="74768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Abstract Classes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1" y="986447"/>
            <a:ext cx="1051560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Declared using the abstract keyword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Shape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...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Cannot be instantiated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You cannot create an object of an abstract class directly: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 s = new Shape(); // ❌ Error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have both abstract and non-abstract methods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Abstract methods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declared but not defined (no body).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Non-abstract methods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have full implementation.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Shape 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void draw();  // abstract method (no body)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         // concrete method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("Displaying the shape");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63093" y="0"/>
            <a:ext cx="10855598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 methods must be implemented by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Circle extends Shape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draw() {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("Drawing a circle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 }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constructors, fields and static methods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you can’t create objects of an abstract class, constructors are called when a subclass object is created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Shape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("Shape constructor called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  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special kind of constructor which can’t be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}                                                                                       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object</a:t>
            </a: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Circle extends Shape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             </a:t>
            </a:r>
            <a:r>
              <a:rPr lang="en-US" altLang="en-US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extends -&gt; Single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inheritance</a:t>
            </a: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Circle()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("Circle constructor called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  }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s = new Circle(); 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Circle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new Circle</a:t>
            </a: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} 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Here object is created for Circle class</a:t>
            </a: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846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Uses of Abstract Class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252706"/>
            <a:ext cx="973778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related classes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achieving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polymorphism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38200" y="2995253"/>
            <a:ext cx="9177068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of Abstract Class: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have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base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need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subclasses.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some methods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others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subclasses.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Shape, Vehicle,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12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In Java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4989" y="814723"/>
            <a:ext cx="10402019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Java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abstract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used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contract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rules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implementing classes must follow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class should do, but not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should do 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using the keyword interface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instantiated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(by default)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methods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methods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Java 8 onwards)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methods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Java 9 onwards)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public, static, and final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default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Supports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class can implement multiple interfaces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0407" y="5123595"/>
            <a:ext cx="64928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InterfaceName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method1(); 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and abstract by default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method2();</a:t>
            </a:r>
          </a:p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314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Abstract Class and Interface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126957"/>
              </p:ext>
            </p:extLst>
          </p:nvPr>
        </p:nvGraphicFramePr>
        <p:xfrm>
          <a:off x="1108973" y="987085"/>
          <a:ext cx="10244826" cy="555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856"/>
                <a:gridCol w="3812884"/>
                <a:gridCol w="3849086"/>
              </a:tblGrid>
              <a:tr h="505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3684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abstract &amp; concrete methods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methods are abstract (except default/static)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instance variables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are </a:t>
                      </a: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public, static, and  </a:t>
                      </a: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constructors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have constructors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single inheritance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multiple inheritance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Modifiers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use any access modifier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methods are public by default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Abstraction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(0–100%)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(100%)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124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Extended using extends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using implements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781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Interface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199" y="931978"/>
            <a:ext cx="104609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interfaces are mainly categorized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major types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their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and structure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Interface: Java 1.0 (1995) - Defines abstract methods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Java 1.0 (1995) - No methods — used to mark classes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Interface: Java 8 (March 2014) - One abstract method — supports lambdas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71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Interface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199" y="931978"/>
            <a:ext cx="104609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interface (also called a regular interface) contains one or more abstract methods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Classes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implement it must provide implementations for all the abstract methods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multiple abstract methods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have default and static methods (from Java 8 onwards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through interfaces.</a:t>
            </a:r>
          </a:p>
        </p:txBody>
      </p:sp>
    </p:spTree>
    <p:extLst>
      <p:ext uri="{BB962C8B-B14F-4D97-AF65-F5344CB8AC3E}">
        <p14:creationId xmlns:p14="http://schemas.microsoft.com/office/powerpoint/2010/main" val="29618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Interface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199" y="900898"/>
            <a:ext cx="1100730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Interface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exactly one abstract method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can have multiple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or static methods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mainly used in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expressions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programming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(introduced in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8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Annotated with @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FunctionalInterface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(optional but recommended).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Streams API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 references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915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75344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Interface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199" y="1054787"/>
            <a:ext cx="1100730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Marker Interface is an empty interface — it has no methods or fields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mark or tag a class, providing metadata to the JVM or frameworks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— only indicates a special property or behavior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JVM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frameworks perform special actions when they detect such interfaces.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3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252706"/>
            <a:ext cx="1025537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is the process by which one class (called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derives the properties and behaviors of another class (called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Inheritance in Java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inherits from one superclass only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Inheritance: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is derived from another derived class (chain-like structure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Inheritance: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classes inherit from the same superclass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(via Interface):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can implement multiple interfaces to inherit behavior from more than one source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Inheritance (Combination):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It’s a combination of two or more types of inheritance (like hierarchical + multiple).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82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2" t="4260" r="1990" b="-882"/>
          <a:stretch/>
        </p:blipFill>
        <p:spPr>
          <a:xfrm>
            <a:off x="0" y="1552753"/>
            <a:ext cx="4447600" cy="32493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64" y="1233806"/>
            <a:ext cx="7280604" cy="439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1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783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Abstract Class and Interface</vt:lpstr>
      <vt:lpstr>Introduction to Abstract Class</vt:lpstr>
      <vt:lpstr>Key Features of Abstract Classes</vt:lpstr>
      <vt:lpstr>PowerPoint Presentation</vt:lpstr>
      <vt:lpstr>Advantages and Uses of Abstract Class</vt:lpstr>
      <vt:lpstr>Interface In Java</vt:lpstr>
      <vt:lpstr>Difference Between Abstract Class and Interface</vt:lpstr>
      <vt:lpstr>Types of Interface</vt:lpstr>
      <vt:lpstr>Normal Interface</vt:lpstr>
      <vt:lpstr>Functional Interface</vt:lpstr>
      <vt:lpstr>Marker Interface</vt:lpstr>
      <vt:lpstr>Inheritance</vt:lpstr>
      <vt:lpstr>Inheritance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68</cp:revision>
  <dcterms:created xsi:type="dcterms:W3CDTF">2025-11-02T11:18:37Z</dcterms:created>
  <dcterms:modified xsi:type="dcterms:W3CDTF">2025-11-03T15:21:51Z</dcterms:modified>
</cp:coreProperties>
</file>