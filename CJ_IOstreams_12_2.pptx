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74" r:id="rId4"/>
    <p:sldId id="273" r:id="rId5"/>
    <p:sldId id="269" r:id="rId6"/>
    <p:sldId id="271" r:id="rId7"/>
    <p:sldId id="272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00FF"/>
    <a:srgbClr val="3399FF"/>
    <a:srgbClr val="003F66"/>
    <a:srgbClr val="990033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3A9B1-2ED9-49A1-9496-06E8A65D38E3}" type="datetimeFigureOut">
              <a:rPr lang="en-IN" smtClean="0"/>
              <a:t>24-08-2023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F76C-1103-4881-AF49-261CD4A08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04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C14C-2571-46A1-9C4D-13F9FD485F32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313D3-A09D-4F25-9CD6-78B811952181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212E8-5EC3-4713-B11D-F10285440F3C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330AC-D8F2-42FB-B2B7-7C574AFEF3B1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3EE-46A7-45CA-A93E-0E9D75EA3A29}" type="datetime1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A8E99-DDDD-4433-8A97-907BA823C01F}" type="datetime1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BB84B-5CCF-4FE2-9444-2E6EBD2E8B44}" type="datetime1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C232E-12D1-4D7A-8D7F-3A04072905B2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8E8B8-6713-4066-9504-09D035FDD9C1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3BF5-D9E8-407D-A5DA-A2408AD763C5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0310-7395-4611-9FCB-8F2928069F59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AB3B4-0BCD-4FFE-8FC8-FBCBD1E02F5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530290" y="2069989"/>
            <a:ext cx="7281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Streams in Java</a:t>
            </a:r>
          </a:p>
          <a:p>
            <a:pPr algn="ctr"/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java.io package</a:t>
            </a:r>
            <a:endParaRPr lang="en-US" sz="6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EAD8-20C1-4935-1CCC-1B6AFC4C18D0}"/>
              </a:ext>
            </a:extLst>
          </p:cNvPr>
          <p:cNvSpPr txBox="1"/>
          <p:nvPr/>
        </p:nvSpPr>
        <p:spPr>
          <a:xfrm>
            <a:off x="3839146" y="3656892"/>
            <a:ext cx="27911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- II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9E98CF-259A-DD44-266D-04D9E298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4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5F2F2A6-C148-1AA6-D5AE-8A86D6D93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76741"/>
              </p:ext>
            </p:extLst>
          </p:nvPr>
        </p:nvGraphicFramePr>
        <p:xfrm>
          <a:off x="571499" y="907544"/>
          <a:ext cx="8843212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606">
                  <a:extLst>
                    <a:ext uri="{9D8B030D-6E8A-4147-A177-3AD203B41FA5}">
                      <a16:colId xmlns:a16="http://schemas.microsoft.com/office/drawing/2014/main" val="2119960863"/>
                    </a:ext>
                  </a:extLst>
                </a:gridCol>
                <a:gridCol w="4421606">
                  <a:extLst>
                    <a:ext uri="{9D8B030D-6E8A-4147-A177-3AD203B41FA5}">
                      <a16:colId xmlns:a16="http://schemas.microsoft.com/office/drawing/2014/main" val="21154616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N" dirty="0"/>
                        <a:t>public class </a:t>
                      </a:r>
                      <a:r>
                        <a:rPr lang="en-IN" dirty="0" err="1"/>
                        <a:t>FileInputStream</a:t>
                      </a:r>
                      <a:r>
                        <a:rPr lang="en-IN" dirty="0"/>
                        <a:t> extends </a:t>
                      </a:r>
                      <a:r>
                        <a:rPr lang="en-IN" dirty="0" err="1"/>
                        <a:t>InputStream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7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FileInputStream</a:t>
                      </a:r>
                      <a:r>
                        <a:rPr lang="en-IN" dirty="0"/>
                        <a:t>(File file) throws </a:t>
                      </a:r>
                      <a:r>
                        <a:rPr lang="en-IN" dirty="0" err="1"/>
                        <a:t>FileNotFoundException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6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FileInputStream</a:t>
                      </a:r>
                      <a:r>
                        <a:rPr lang="en-IN" dirty="0"/>
                        <a:t>(String </a:t>
                      </a:r>
                      <a:r>
                        <a:rPr lang="en-IN" dirty="0" err="1"/>
                        <a:t>fileName</a:t>
                      </a:r>
                      <a:r>
                        <a:rPr lang="en-IN" dirty="0"/>
                        <a:t>) throws </a:t>
                      </a:r>
                      <a:r>
                        <a:rPr lang="en-IN" dirty="0" err="1"/>
                        <a:t>FileNotFoundException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032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 read()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reads a single character from the source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488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 read(byte b[])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reads </a:t>
                      </a:r>
                      <a:r>
                        <a:rPr lang="en-IN" dirty="0" err="1"/>
                        <a:t>b.length</a:t>
                      </a:r>
                      <a:r>
                        <a:rPr lang="en-IN" dirty="0"/>
                        <a:t> number of bytes from </a:t>
                      </a:r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 into byte[] passed as argument in this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49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 read(byte b[], int off, int </a:t>
                      </a:r>
                      <a:r>
                        <a:rPr lang="en-IN" dirty="0" err="1"/>
                        <a:t>len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reads </a:t>
                      </a:r>
                      <a:r>
                        <a:rPr lang="en-IN" dirty="0" err="1"/>
                        <a:t>b.length</a:t>
                      </a:r>
                      <a:r>
                        <a:rPr lang="en-IN" dirty="0"/>
                        <a:t> number of bytes from </a:t>
                      </a:r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 into byte[] passed as argument in this method from specified start position to length of bytes (here bytes means characters which are within </a:t>
                      </a:r>
                      <a:r>
                        <a:rPr lang="en-IN"/>
                        <a:t>ASCII range.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12766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6145C7-C39A-2F39-A598-AFCC0BAC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12307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5F2F2A6-C148-1AA6-D5AE-8A86D6D93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87948"/>
              </p:ext>
            </p:extLst>
          </p:nvPr>
        </p:nvGraphicFramePr>
        <p:xfrm>
          <a:off x="423582" y="840309"/>
          <a:ext cx="8843212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606">
                  <a:extLst>
                    <a:ext uri="{9D8B030D-6E8A-4147-A177-3AD203B41FA5}">
                      <a16:colId xmlns:a16="http://schemas.microsoft.com/office/drawing/2014/main" val="2119960863"/>
                    </a:ext>
                  </a:extLst>
                </a:gridCol>
                <a:gridCol w="4421606">
                  <a:extLst>
                    <a:ext uri="{9D8B030D-6E8A-4147-A177-3AD203B41FA5}">
                      <a16:colId xmlns:a16="http://schemas.microsoft.com/office/drawing/2014/main" val="21154616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N" dirty="0"/>
                        <a:t>public class </a:t>
                      </a:r>
                      <a:r>
                        <a:rPr lang="en-IN" dirty="0" err="1"/>
                        <a:t>FileOutputStream</a:t>
                      </a:r>
                      <a:r>
                        <a:rPr lang="en-IN" dirty="0"/>
                        <a:t> extends </a:t>
                      </a:r>
                      <a:r>
                        <a:rPr lang="en-IN" dirty="0" err="1"/>
                        <a:t>OutputStream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7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FileOutputStream</a:t>
                      </a:r>
                      <a:r>
                        <a:rPr lang="en-IN" dirty="0"/>
                        <a:t>(File file) throws </a:t>
                      </a:r>
                      <a:r>
                        <a:rPr lang="en-IN" dirty="0" err="1"/>
                        <a:t>FileNotFoundException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write() method writes data into the specified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6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FileOutputStream</a:t>
                      </a:r>
                      <a:r>
                        <a:rPr lang="en-IN" dirty="0"/>
                        <a:t>(String </a:t>
                      </a:r>
                      <a:r>
                        <a:rPr lang="en-IN" dirty="0" err="1"/>
                        <a:t>fileName</a:t>
                      </a:r>
                      <a:r>
                        <a:rPr lang="en-IN" dirty="0"/>
                        <a:t>) throws </a:t>
                      </a:r>
                      <a:r>
                        <a:rPr lang="en-IN" dirty="0" err="1"/>
                        <a:t>FileNotFoundException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write() method writes data into the specified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032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FileOutputStream</a:t>
                      </a:r>
                      <a:r>
                        <a:rPr lang="en-IN" dirty="0"/>
                        <a:t>(String filename, Boolean append) throws </a:t>
                      </a:r>
                      <a:r>
                        <a:rPr lang="en-IN" dirty="0" err="1"/>
                        <a:t>FileNotFoundException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write() method writes data into the specified file with append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488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void write(byte b[])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writes given byte[] into the specified file in the constructor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49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void write(byte b[], int off, int </a:t>
                      </a:r>
                      <a:r>
                        <a:rPr lang="en-IN" dirty="0" err="1"/>
                        <a:t>len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writes given byte[] from specified offset/starting position, given length number of bytes into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1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void write(int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The int value is the ASCII/Unicode value of a character, so that the corresponding char is written to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1978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BD9823-619A-59CC-233B-F92756CB1946}"/>
              </a:ext>
            </a:extLst>
          </p:cNvPr>
          <p:cNvSpPr txBox="1"/>
          <p:nvPr/>
        </p:nvSpPr>
        <p:spPr>
          <a:xfrm>
            <a:off x="409370" y="5674660"/>
            <a:ext cx="858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Once after opening </a:t>
            </a:r>
            <a:r>
              <a:rPr lang="en-IN" dirty="0" err="1"/>
              <a:t>FileOutputStream</a:t>
            </a:r>
            <a:r>
              <a:rPr lang="en-IN" dirty="0"/>
              <a:t> on any file, the write() method writes the data from the beginning of the file till </a:t>
            </a:r>
            <a:r>
              <a:rPr lang="en-IN" dirty="0" err="1"/>
              <a:t>fis.close</a:t>
            </a:r>
            <a:r>
              <a:rPr lang="en-IN" dirty="0"/>
              <a:t>() method is called. If </a:t>
            </a:r>
            <a:r>
              <a:rPr lang="en-IN" dirty="0" err="1"/>
              <a:t>FileOutputStream</a:t>
            </a:r>
            <a:r>
              <a:rPr lang="en-IN" dirty="0"/>
              <a:t> is opened on the same file, the previous file content is overridden.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1B00D-6358-C966-3B4A-A4F061EA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05248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1290918" y="1419665"/>
            <a:ext cx="78766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// FISFOSDemo2.java</a:t>
            </a:r>
          </a:p>
          <a:p>
            <a:r>
              <a:rPr lang="en-IN" dirty="0"/>
              <a:t>import java.io.*;</a:t>
            </a:r>
          </a:p>
          <a:p>
            <a:r>
              <a:rPr lang="en-IN" dirty="0"/>
              <a:t>public class FISFOSDemo2 {</a:t>
            </a:r>
          </a:p>
          <a:p>
            <a:r>
              <a:rPr lang="en-IN" dirty="0"/>
              <a:t>  public static void main(String rags[]) throws Exception {</a:t>
            </a:r>
          </a:p>
          <a:p>
            <a:r>
              <a:rPr lang="en-IN" dirty="0"/>
              <a:t>    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=new </a:t>
            </a:r>
            <a:r>
              <a:rPr lang="en-IN" dirty="0" err="1"/>
              <a:t>FileInputStream</a:t>
            </a:r>
            <a:r>
              <a:rPr lang="en-IN" dirty="0"/>
              <a:t>("StudentDetails.txt");</a:t>
            </a:r>
          </a:p>
          <a:p>
            <a:r>
              <a:rPr lang="en-IN" dirty="0"/>
              <a:t>    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fos</a:t>
            </a:r>
            <a:r>
              <a:rPr lang="en-IN" dirty="0"/>
              <a:t>=new </a:t>
            </a:r>
            <a:r>
              <a:rPr lang="en-IN" dirty="0" err="1"/>
              <a:t>FileOutputStream</a:t>
            </a:r>
            <a:r>
              <a:rPr lang="en-IN" dirty="0"/>
              <a:t>("StudentDetails1.txt");</a:t>
            </a:r>
          </a:p>
          <a:p>
            <a:endParaRPr lang="en-IN" dirty="0"/>
          </a:p>
          <a:p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fis.read</a:t>
            </a:r>
            <a:r>
              <a:rPr lang="en-IN" dirty="0"/>
              <a:t>();</a:t>
            </a:r>
          </a:p>
          <a:p>
            <a:r>
              <a:rPr lang="en-IN" dirty="0"/>
              <a:t>    while(</a:t>
            </a:r>
            <a:r>
              <a:rPr lang="en-IN" dirty="0" err="1"/>
              <a:t>i</a:t>
            </a:r>
            <a:r>
              <a:rPr lang="en-IN" dirty="0"/>
              <a:t>!=-1) {</a:t>
            </a:r>
          </a:p>
          <a:p>
            <a:r>
              <a:rPr lang="en-IN" dirty="0"/>
              <a:t>      </a:t>
            </a:r>
            <a:r>
              <a:rPr lang="en-IN" dirty="0" err="1"/>
              <a:t>System.out.print</a:t>
            </a:r>
            <a:r>
              <a:rPr lang="en-IN" dirty="0"/>
              <a:t>((char)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r>
              <a:rPr lang="en-IN" dirty="0"/>
              <a:t>      </a:t>
            </a:r>
            <a:r>
              <a:rPr lang="en-IN" dirty="0" err="1"/>
              <a:t>fos.write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r>
              <a:rPr lang="en-IN" dirty="0"/>
              <a:t>      </a:t>
            </a:r>
            <a:r>
              <a:rPr lang="en-IN" dirty="0" err="1"/>
              <a:t>Thread.sleep</a:t>
            </a:r>
            <a:r>
              <a:rPr lang="en-IN" dirty="0"/>
              <a:t>(100);</a:t>
            </a:r>
          </a:p>
          <a:p>
            <a:r>
              <a:rPr lang="en-IN" dirty="0"/>
              <a:t>     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fis.read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  <a:r>
              <a:rPr lang="en-IN" dirty="0" err="1"/>
              <a:t>fos.close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fis.close</a:t>
            </a:r>
            <a:r>
              <a:rPr lang="en-IN" dirty="0"/>
              <a:t>();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141C-6DA7-6CA2-7104-9FBA2B8ED388}"/>
              </a:ext>
            </a:extLst>
          </p:cNvPr>
          <p:cNvSpPr txBox="1"/>
          <p:nvPr/>
        </p:nvSpPr>
        <p:spPr>
          <a:xfrm>
            <a:off x="1284191" y="998378"/>
            <a:ext cx="613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Reading local directory file and writing onto local directory file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D5C457F-3B1A-7C48-CA1E-4803297B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244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1290918" y="1352430"/>
            <a:ext cx="7876614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FISFOSDemo2_1.java</a:t>
            </a:r>
          </a:p>
          <a:p>
            <a:r>
              <a:rPr lang="en-IN" sz="1600" b="1" dirty="0"/>
              <a:t>import java.io.*;</a:t>
            </a:r>
          </a:p>
          <a:p>
            <a:r>
              <a:rPr lang="en-IN" sz="1600" b="1" dirty="0"/>
              <a:t>public class FISFOSDemo2_1 {</a:t>
            </a:r>
          </a:p>
          <a:p>
            <a:endParaRPr lang="en-IN" sz="1600" b="1" dirty="0"/>
          </a:p>
          <a:p>
            <a:r>
              <a:rPr lang="en-IN" sz="1600" b="1" dirty="0"/>
              <a:t>  public static void main(String rags[]) throws Exception {</a:t>
            </a:r>
          </a:p>
          <a:p>
            <a:r>
              <a:rPr lang="en-IN" sz="1600" b="1" dirty="0"/>
              <a:t>  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FileInputStream</a:t>
            </a:r>
            <a:r>
              <a:rPr lang="en-IN" sz="1600" b="1" dirty="0"/>
              <a:t> </a:t>
            </a:r>
            <a:r>
              <a:rPr lang="en-IN" sz="1600" b="1" dirty="0" err="1"/>
              <a:t>fis</a:t>
            </a:r>
            <a:r>
              <a:rPr lang="en-IN" sz="1600" b="1" dirty="0"/>
              <a:t>=new </a:t>
            </a:r>
            <a:r>
              <a:rPr lang="en-IN" sz="1600" b="1" dirty="0" err="1"/>
              <a:t>FileInputStream</a:t>
            </a:r>
            <a:r>
              <a:rPr lang="en-IN" sz="1600" b="1" dirty="0"/>
              <a:t>("C:\\Users\\Public\\Pictures\\Sample Pictures\\Tulips.jpg");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FileOutputStream</a:t>
            </a:r>
            <a:r>
              <a:rPr lang="en-IN" sz="1600" b="1" dirty="0"/>
              <a:t> </a:t>
            </a:r>
            <a:r>
              <a:rPr lang="en-IN" sz="1600" b="1" dirty="0" err="1"/>
              <a:t>fos</a:t>
            </a:r>
            <a:r>
              <a:rPr lang="en-IN" sz="1600" b="1" dirty="0"/>
              <a:t>=new </a:t>
            </a:r>
            <a:r>
              <a:rPr lang="en-IN" sz="1600" b="1" dirty="0" err="1"/>
              <a:t>FileOutputStream</a:t>
            </a:r>
            <a:r>
              <a:rPr lang="en-IN" sz="1600" b="1" dirty="0"/>
              <a:t>("Tulips.jpg");</a:t>
            </a:r>
          </a:p>
          <a:p>
            <a:endParaRPr lang="en-IN" sz="1600" b="1" dirty="0"/>
          </a:p>
          <a:p>
            <a:r>
              <a:rPr lang="en-IN" sz="1600" b="1" dirty="0"/>
              <a:t>    int </a:t>
            </a:r>
            <a:r>
              <a:rPr lang="en-IN" sz="1600" b="1" dirty="0" err="1"/>
              <a:t>i</a:t>
            </a:r>
            <a:r>
              <a:rPr lang="en-IN" sz="1600" b="1" dirty="0"/>
              <a:t>=</a:t>
            </a:r>
            <a:r>
              <a:rPr lang="en-IN" sz="1600" b="1" dirty="0" err="1"/>
              <a:t>fis.read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while(</a:t>
            </a:r>
            <a:r>
              <a:rPr lang="en-IN" sz="1600" b="1" dirty="0" err="1"/>
              <a:t>i</a:t>
            </a:r>
            <a:r>
              <a:rPr lang="en-IN" sz="1600" b="1" dirty="0"/>
              <a:t>!=-1) {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fos.write</a:t>
            </a:r>
            <a:r>
              <a:rPr lang="en-IN" sz="1600" b="1" dirty="0"/>
              <a:t>(</a:t>
            </a:r>
            <a:r>
              <a:rPr lang="en-IN" sz="1600" b="1" dirty="0" err="1"/>
              <a:t>i</a:t>
            </a:r>
            <a:r>
              <a:rPr lang="en-IN" sz="1600" b="1" dirty="0"/>
              <a:t>);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Thread.sleep</a:t>
            </a:r>
            <a:r>
              <a:rPr lang="en-IN" sz="1600" b="1" dirty="0"/>
              <a:t>(10);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i</a:t>
            </a:r>
            <a:r>
              <a:rPr lang="en-IN" sz="1600" b="1" dirty="0"/>
              <a:t>=</a:t>
            </a:r>
            <a:r>
              <a:rPr lang="en-IN" sz="1600" b="1" dirty="0" err="1"/>
              <a:t>fis.read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}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fos.close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fis.close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141C-6DA7-6CA2-7104-9FBA2B8ED388}"/>
              </a:ext>
            </a:extLst>
          </p:cNvPr>
          <p:cNvSpPr txBox="1"/>
          <p:nvPr/>
        </p:nvSpPr>
        <p:spPr>
          <a:xfrm>
            <a:off x="1364873" y="998378"/>
            <a:ext cx="653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Reading local directory image and writing into current directory file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DDF0D65-A698-AC8F-C2CA-13F05F5A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9596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349624" y="1070043"/>
            <a:ext cx="893738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FISFOSDemo2_2.java</a:t>
            </a:r>
          </a:p>
          <a:p>
            <a:r>
              <a:rPr lang="en-IN" sz="1600" b="1" dirty="0"/>
              <a:t>import java.io.*;</a:t>
            </a:r>
          </a:p>
          <a:p>
            <a:r>
              <a:rPr lang="en-IN" sz="1600" b="1" dirty="0"/>
              <a:t>import java.net.*;</a:t>
            </a:r>
          </a:p>
          <a:p>
            <a:r>
              <a:rPr lang="en-IN" sz="1600" b="1" dirty="0"/>
              <a:t>public class FISFOSDemo2_2 {</a:t>
            </a:r>
          </a:p>
          <a:p>
            <a:r>
              <a:rPr lang="en-IN" sz="1600" b="1" dirty="0"/>
              <a:t>	public static void main(String rags[]) throws Exception {</a:t>
            </a:r>
          </a:p>
          <a:p>
            <a:r>
              <a:rPr lang="en-IN" sz="1600" b="1" dirty="0"/>
              <a:t>	  URL </a:t>
            </a:r>
            <a:r>
              <a:rPr lang="en-IN" sz="1600" b="1" dirty="0" err="1"/>
              <a:t>url</a:t>
            </a:r>
            <a:r>
              <a:rPr lang="en-IN" sz="1600" b="1" dirty="0"/>
              <a:t>=new URL("https://upload.wikimedia.org/</a:t>
            </a:r>
            <a:r>
              <a:rPr lang="en-IN" sz="1600" b="1" dirty="0" err="1"/>
              <a:t>wikipedia</a:t>
            </a:r>
            <a:r>
              <a:rPr lang="en-IN" sz="1600" b="1" dirty="0"/>
              <a:t>/commons/7/7e/Google_1998_logo.png");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		</a:t>
            </a:r>
            <a:r>
              <a:rPr lang="en-IN" sz="1600" b="1" dirty="0" err="1"/>
              <a:t>FileOutputStream</a:t>
            </a:r>
            <a:r>
              <a:rPr lang="en-IN" sz="1600" b="1" dirty="0"/>
              <a:t> </a:t>
            </a:r>
            <a:r>
              <a:rPr lang="en-IN" sz="1600" b="1" dirty="0" err="1"/>
              <a:t>fos</a:t>
            </a:r>
            <a:r>
              <a:rPr lang="en-IN" sz="1600" b="1" dirty="0"/>
              <a:t>=new </a:t>
            </a:r>
            <a:r>
              <a:rPr lang="en-IN" sz="1600" b="1" dirty="0" err="1"/>
              <a:t>FileOutputStream</a:t>
            </a:r>
            <a:r>
              <a:rPr lang="en-IN" sz="1600" b="1" dirty="0"/>
              <a:t>("Google.png");	</a:t>
            </a:r>
          </a:p>
          <a:p>
            <a:r>
              <a:rPr lang="en-IN" sz="1600" b="1" dirty="0"/>
              <a:t>		</a:t>
            </a:r>
            <a:r>
              <a:rPr lang="en-IN" sz="1600" b="1" dirty="0" err="1"/>
              <a:t>InputStream</a:t>
            </a:r>
            <a:r>
              <a:rPr lang="en-IN" sz="1600" b="1" dirty="0"/>
              <a:t> is=</a:t>
            </a:r>
            <a:r>
              <a:rPr lang="en-IN" sz="1600" b="1" dirty="0" err="1"/>
              <a:t>url.openStream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		int </a:t>
            </a:r>
            <a:r>
              <a:rPr lang="en-IN" sz="1600" b="1" dirty="0" err="1"/>
              <a:t>i</a:t>
            </a:r>
            <a:r>
              <a:rPr lang="en-IN" sz="1600" b="1" dirty="0"/>
              <a:t>=</a:t>
            </a:r>
            <a:r>
              <a:rPr lang="en-IN" sz="1600" b="1" dirty="0" err="1"/>
              <a:t>is.read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		while(</a:t>
            </a:r>
            <a:r>
              <a:rPr lang="en-IN" sz="1600" b="1" dirty="0" err="1"/>
              <a:t>i</a:t>
            </a:r>
            <a:r>
              <a:rPr lang="en-IN" sz="1600" b="1" dirty="0"/>
              <a:t>!=-1) {</a:t>
            </a:r>
          </a:p>
          <a:p>
            <a:r>
              <a:rPr lang="en-IN" sz="1600" b="1" dirty="0"/>
              <a:t>		  </a:t>
            </a:r>
            <a:r>
              <a:rPr lang="en-IN" sz="1600" b="1" dirty="0" err="1"/>
              <a:t>fos.write</a:t>
            </a:r>
            <a:r>
              <a:rPr lang="en-IN" sz="1600" b="1" dirty="0"/>
              <a:t>(</a:t>
            </a:r>
            <a:r>
              <a:rPr lang="en-IN" sz="1600" b="1" dirty="0" err="1"/>
              <a:t>i</a:t>
            </a:r>
            <a:r>
              <a:rPr lang="en-IN" sz="1600" b="1" dirty="0"/>
              <a:t>);</a:t>
            </a:r>
          </a:p>
          <a:p>
            <a:r>
              <a:rPr lang="en-IN" sz="1600" b="1" dirty="0"/>
              <a:t>		  </a:t>
            </a:r>
            <a:r>
              <a:rPr lang="en-IN" sz="1600" b="1" dirty="0" err="1"/>
              <a:t>System.out.println</a:t>
            </a:r>
            <a:r>
              <a:rPr lang="en-IN" sz="1600" b="1" dirty="0"/>
              <a:t>(</a:t>
            </a:r>
            <a:r>
              <a:rPr lang="en-IN" sz="1600" b="1" dirty="0" err="1"/>
              <a:t>i</a:t>
            </a:r>
            <a:r>
              <a:rPr lang="en-IN" sz="1600" b="1" dirty="0"/>
              <a:t>);</a:t>
            </a:r>
          </a:p>
          <a:p>
            <a:r>
              <a:rPr lang="en-IN" sz="1600" b="1" dirty="0"/>
              <a:t>		  </a:t>
            </a:r>
            <a:r>
              <a:rPr lang="en-IN" sz="1600" b="1" dirty="0" err="1"/>
              <a:t>i</a:t>
            </a:r>
            <a:r>
              <a:rPr lang="en-IN" sz="1600" b="1" dirty="0"/>
              <a:t>=</a:t>
            </a:r>
            <a:r>
              <a:rPr lang="en-IN" sz="1600" b="1" dirty="0" err="1"/>
              <a:t>is.read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		}</a:t>
            </a:r>
          </a:p>
          <a:p>
            <a:r>
              <a:rPr lang="en-IN" sz="1600" b="1" dirty="0"/>
              <a:t>		</a:t>
            </a:r>
            <a:r>
              <a:rPr lang="en-IN" sz="1600" b="1" dirty="0" err="1"/>
              <a:t>fos.close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		</a:t>
            </a:r>
            <a:r>
              <a:rPr lang="en-IN" sz="1600" b="1" dirty="0" err="1"/>
              <a:t>is.close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	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141C-6DA7-6CA2-7104-9FBA2B8ED388}"/>
              </a:ext>
            </a:extLst>
          </p:cNvPr>
          <p:cNvSpPr txBox="1"/>
          <p:nvPr/>
        </p:nvSpPr>
        <p:spPr>
          <a:xfrm>
            <a:off x="1364873" y="689097"/>
            <a:ext cx="6702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Reading remote location image and writing into current directory file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488C50-D644-5147-00FA-922EAC0B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54242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349624" y="1070043"/>
            <a:ext cx="59301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// FISFOSDemo2_3.java</a:t>
            </a:r>
          </a:p>
          <a:p>
            <a:r>
              <a:rPr lang="en-IN" sz="1400" b="1" dirty="0"/>
              <a:t>import java.io.*;</a:t>
            </a:r>
          </a:p>
          <a:p>
            <a:r>
              <a:rPr lang="en-IN" sz="1400" b="1" dirty="0"/>
              <a:t>import java.net.*;</a:t>
            </a:r>
          </a:p>
          <a:p>
            <a:r>
              <a:rPr lang="en-IN" sz="1400" b="1" dirty="0"/>
              <a:t>public class FISFOSDemo2_3 {</a:t>
            </a:r>
          </a:p>
          <a:p>
            <a:r>
              <a:rPr lang="en-IN" sz="1400" b="1" dirty="0"/>
              <a:t>public static void main(String rags[]) throws Exception {</a:t>
            </a:r>
          </a:p>
          <a:p>
            <a:r>
              <a:rPr lang="en-IN" sz="1400" b="1" dirty="0"/>
              <a:t>URL </a:t>
            </a:r>
            <a:r>
              <a:rPr lang="en-IN" sz="1400" b="1" dirty="0" err="1"/>
              <a:t>url</a:t>
            </a:r>
            <a:r>
              <a:rPr lang="en-IN" sz="1400" b="1" dirty="0"/>
              <a:t>=new URL("https://upload.wikimedia.org/</a:t>
            </a:r>
            <a:r>
              <a:rPr lang="en-IN" sz="1400" b="1" dirty="0" err="1"/>
              <a:t>wikipedia</a:t>
            </a:r>
            <a:r>
              <a:rPr lang="en-IN" sz="1400" b="1" dirty="0"/>
              <a:t>/commons/9/95/Buscador%2CGoogle.jpg");</a:t>
            </a:r>
          </a:p>
          <a:p>
            <a:r>
              <a:rPr lang="en-IN" sz="1400" b="1" dirty="0"/>
              <a:t>	</a:t>
            </a:r>
          </a:p>
          <a:p>
            <a:r>
              <a:rPr lang="en-IN" sz="1400" b="1" dirty="0" err="1"/>
              <a:t>URLConnection</a:t>
            </a:r>
            <a:r>
              <a:rPr lang="en-IN" sz="1400" b="1" dirty="0"/>
              <a:t> </a:t>
            </a:r>
            <a:r>
              <a:rPr lang="en-IN" sz="1400" b="1" dirty="0" err="1"/>
              <a:t>uc</a:t>
            </a:r>
            <a:r>
              <a:rPr lang="en-IN" sz="1400" b="1" dirty="0"/>
              <a:t>=</a:t>
            </a:r>
            <a:r>
              <a:rPr lang="en-IN" sz="1400" b="1" dirty="0" err="1"/>
              <a:t>url.openConnection</a:t>
            </a:r>
            <a:r>
              <a:rPr lang="en-IN" sz="1400" b="1" dirty="0"/>
              <a:t>();</a:t>
            </a:r>
          </a:p>
          <a:p>
            <a:r>
              <a:rPr lang="en-IN" sz="1400" b="1" dirty="0"/>
              <a:t>int </a:t>
            </a:r>
            <a:r>
              <a:rPr lang="en-IN" sz="1400" b="1" dirty="0" err="1"/>
              <a:t>contentLength</a:t>
            </a:r>
            <a:r>
              <a:rPr lang="en-IN" sz="1400" b="1" dirty="0"/>
              <a:t>=</a:t>
            </a:r>
            <a:r>
              <a:rPr lang="en-IN" sz="1400" b="1" dirty="0" err="1"/>
              <a:t>uc.getContentLength</a:t>
            </a:r>
            <a:r>
              <a:rPr lang="en-IN" sz="1400" b="1" dirty="0"/>
              <a:t>();</a:t>
            </a:r>
          </a:p>
          <a:p>
            <a:endParaRPr lang="en-IN" sz="1400" b="1" dirty="0"/>
          </a:p>
          <a:p>
            <a:r>
              <a:rPr lang="en-IN" sz="1400" b="1" dirty="0" err="1"/>
              <a:t>InputStream</a:t>
            </a:r>
            <a:r>
              <a:rPr lang="en-IN" sz="1400" b="1" dirty="0"/>
              <a:t> is=</a:t>
            </a:r>
            <a:r>
              <a:rPr lang="en-IN" sz="1400" b="1" dirty="0" err="1"/>
              <a:t>url.openStream</a:t>
            </a:r>
            <a:r>
              <a:rPr lang="en-IN" sz="1400" b="1" dirty="0"/>
              <a:t>();</a:t>
            </a:r>
          </a:p>
          <a:p>
            <a:endParaRPr lang="en-IN" sz="1400" b="1" dirty="0"/>
          </a:p>
          <a:p>
            <a:r>
              <a:rPr lang="en-IN" sz="1400" b="1" dirty="0" err="1"/>
              <a:t>FileOutputStream</a:t>
            </a:r>
            <a:r>
              <a:rPr lang="en-IN" sz="1400" b="1" dirty="0"/>
              <a:t> </a:t>
            </a:r>
            <a:r>
              <a:rPr lang="en-IN" sz="1400" b="1" dirty="0" err="1"/>
              <a:t>fos</a:t>
            </a:r>
            <a:r>
              <a:rPr lang="en-IN" sz="1400" b="1" dirty="0"/>
              <a:t>=new </a:t>
            </a:r>
            <a:r>
              <a:rPr lang="en-IN" sz="1400" b="1" dirty="0" err="1"/>
              <a:t>FileOutputStream</a:t>
            </a:r>
            <a:r>
              <a:rPr lang="en-IN" sz="1400" b="1" dirty="0"/>
              <a:t>("Google1.jpg");</a:t>
            </a:r>
          </a:p>
          <a:p>
            <a:endParaRPr lang="en-IN" sz="1400" b="1" dirty="0"/>
          </a:p>
          <a:p>
            <a:r>
              <a:rPr lang="en-IN" sz="1400" b="1" dirty="0" err="1"/>
              <a:t>BufferedInputStream</a:t>
            </a:r>
            <a:r>
              <a:rPr lang="en-IN" sz="1400" b="1" dirty="0"/>
              <a:t> bis=new </a:t>
            </a:r>
            <a:r>
              <a:rPr lang="en-IN" sz="1400" b="1" dirty="0" err="1"/>
              <a:t>BufferedInputStream</a:t>
            </a:r>
            <a:r>
              <a:rPr lang="en-IN" sz="1400" b="1" dirty="0"/>
              <a:t>(is, 1024);</a:t>
            </a:r>
          </a:p>
          <a:p>
            <a:r>
              <a:rPr lang="en-IN" sz="1400" b="1" dirty="0" err="1"/>
              <a:t>BufferedOutputStream</a:t>
            </a:r>
            <a:r>
              <a:rPr lang="en-IN" sz="1400" b="1" dirty="0"/>
              <a:t> </a:t>
            </a:r>
            <a:r>
              <a:rPr lang="en-IN" sz="1400" b="1" dirty="0" err="1"/>
              <a:t>bos</a:t>
            </a:r>
            <a:r>
              <a:rPr lang="en-IN" sz="1400" b="1" dirty="0"/>
              <a:t>=new </a:t>
            </a:r>
            <a:r>
              <a:rPr lang="en-IN" sz="1400" b="1" dirty="0" err="1"/>
              <a:t>BufferedOutputStream</a:t>
            </a:r>
            <a:r>
              <a:rPr lang="en-IN" sz="1400" b="1" dirty="0"/>
              <a:t>(</a:t>
            </a:r>
            <a:r>
              <a:rPr lang="en-IN" sz="1400" b="1" dirty="0" err="1"/>
              <a:t>fos</a:t>
            </a:r>
            <a:r>
              <a:rPr lang="en-IN" sz="1400" b="1" dirty="0"/>
              <a:t>, 1024);</a:t>
            </a:r>
          </a:p>
          <a:p>
            <a:r>
              <a:rPr lang="en-IN" sz="1400" b="1" dirty="0"/>
              <a:t>		</a:t>
            </a:r>
          </a:p>
          <a:p>
            <a:r>
              <a:rPr lang="en-IN" sz="1400" b="1" dirty="0"/>
              <a:t>// int ava=</a:t>
            </a:r>
            <a:r>
              <a:rPr lang="en-IN" sz="1400" b="1" dirty="0" err="1"/>
              <a:t>is.available</a:t>
            </a:r>
            <a:r>
              <a:rPr lang="en-IN" sz="1400" b="1" dirty="0"/>
              <a:t>();</a:t>
            </a:r>
          </a:p>
          <a:p>
            <a:r>
              <a:rPr lang="en-IN" sz="1400" b="1" dirty="0"/>
              <a:t>// </a:t>
            </a:r>
            <a:r>
              <a:rPr lang="en-IN" sz="1400" b="1" dirty="0" err="1"/>
              <a:t>System.out.println</a:t>
            </a:r>
            <a:r>
              <a:rPr lang="en-IN" sz="1400" b="1" dirty="0"/>
              <a:t>(ava);</a:t>
            </a:r>
          </a:p>
          <a:p>
            <a:r>
              <a:rPr lang="en-IN" sz="1400" b="1" dirty="0"/>
              <a:t>		</a:t>
            </a:r>
          </a:p>
          <a:p>
            <a:r>
              <a:rPr lang="en-IN" sz="1400" b="1" dirty="0"/>
              <a:t>double d=</a:t>
            </a:r>
            <a:r>
              <a:rPr lang="en-IN" sz="1400" b="1" dirty="0" err="1"/>
              <a:t>contentLength</a:t>
            </a:r>
            <a:r>
              <a:rPr lang="en-IN" sz="1400" b="1" dirty="0"/>
              <a:t>/1024;</a:t>
            </a:r>
          </a:p>
          <a:p>
            <a:r>
              <a:rPr lang="en-IN" sz="1400" b="1" dirty="0" err="1"/>
              <a:t>System.out.println</a:t>
            </a:r>
            <a:r>
              <a:rPr lang="en-IN" sz="1400" b="1" dirty="0"/>
              <a:t>(d);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141C-6DA7-6CA2-7104-9FBA2B8ED388}"/>
              </a:ext>
            </a:extLst>
          </p:cNvPr>
          <p:cNvSpPr txBox="1"/>
          <p:nvPr/>
        </p:nvSpPr>
        <p:spPr>
          <a:xfrm>
            <a:off x="1364873" y="689097"/>
            <a:ext cx="9023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Reading remote location image and writing into current directory file using Buffered Streams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BEE9C-2A1B-3854-FA8B-D987344026F3}"/>
              </a:ext>
            </a:extLst>
          </p:cNvPr>
          <p:cNvSpPr txBox="1"/>
          <p:nvPr/>
        </p:nvSpPr>
        <p:spPr>
          <a:xfrm>
            <a:off x="6229341" y="1365877"/>
            <a:ext cx="36004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 d=</a:t>
            </a:r>
            <a:r>
              <a:rPr lang="en-IN" sz="1600" b="1" dirty="0" err="1"/>
              <a:t>Math.ceil</a:t>
            </a:r>
            <a:r>
              <a:rPr lang="en-IN" sz="1600" b="1" dirty="0"/>
              <a:t>(d);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System.out.println</a:t>
            </a:r>
            <a:r>
              <a:rPr lang="en-IN" sz="1600" b="1" dirty="0"/>
              <a:t>(d);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  int </a:t>
            </a:r>
            <a:r>
              <a:rPr lang="en-IN" sz="1600" b="1" dirty="0" err="1"/>
              <a:t>iter</a:t>
            </a:r>
            <a:r>
              <a:rPr lang="en-IN" sz="1600" b="1" dirty="0"/>
              <a:t>=(int)d;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System.out.println</a:t>
            </a:r>
            <a:r>
              <a:rPr lang="en-IN" sz="1600" b="1" dirty="0"/>
              <a:t>(</a:t>
            </a:r>
            <a:r>
              <a:rPr lang="en-IN" sz="1600" b="1" dirty="0" err="1"/>
              <a:t>iter</a:t>
            </a:r>
            <a:r>
              <a:rPr lang="en-IN" sz="1600" b="1" dirty="0"/>
              <a:t>);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  for(int </a:t>
            </a:r>
            <a:r>
              <a:rPr lang="en-IN" sz="1600" b="1" dirty="0" err="1"/>
              <a:t>i</a:t>
            </a:r>
            <a:r>
              <a:rPr lang="en-IN" sz="1600" b="1" dirty="0"/>
              <a:t>=0;i&lt;</a:t>
            </a:r>
            <a:r>
              <a:rPr lang="en-IN" sz="1600" b="1" dirty="0" err="1"/>
              <a:t>iter;i</a:t>
            </a:r>
            <a:r>
              <a:rPr lang="en-IN" sz="1600" b="1" dirty="0"/>
              <a:t>++) {</a:t>
            </a:r>
          </a:p>
          <a:p>
            <a:r>
              <a:rPr lang="en-IN" sz="1600" b="1" dirty="0"/>
              <a:t>	byte b[]=new byte[1024];</a:t>
            </a:r>
          </a:p>
          <a:p>
            <a:r>
              <a:rPr lang="en-IN" sz="1600" b="1" dirty="0"/>
              <a:t>	</a:t>
            </a:r>
            <a:r>
              <a:rPr lang="en-IN" sz="1600" b="1" dirty="0" err="1"/>
              <a:t>bis.read</a:t>
            </a:r>
            <a:r>
              <a:rPr lang="en-IN" sz="1600" b="1" dirty="0"/>
              <a:t>(b);</a:t>
            </a:r>
          </a:p>
          <a:p>
            <a:r>
              <a:rPr lang="en-IN" sz="1600" b="1" dirty="0"/>
              <a:t>	</a:t>
            </a:r>
            <a:r>
              <a:rPr lang="en-IN" sz="1600" b="1" dirty="0" err="1"/>
              <a:t>bos.write</a:t>
            </a:r>
            <a:r>
              <a:rPr lang="en-IN" sz="1600" b="1" dirty="0"/>
              <a:t>(b);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bos.close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bis.close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fos.close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is.close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610588-B6ED-CD6A-44E7-72D30497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02392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349624" y="1285195"/>
            <a:ext cx="593015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/>
              <a:t>ByteArrayInputStream</a:t>
            </a:r>
            <a:r>
              <a:rPr lang="en-IN" sz="1400" b="1" dirty="0"/>
              <a:t> class constructor takes byte[] as argument, its read() method reads bytes of data from the given byte[].</a:t>
            </a:r>
          </a:p>
          <a:p>
            <a:endParaRPr lang="en-IN" sz="1400" b="1" dirty="0"/>
          </a:p>
          <a:p>
            <a:r>
              <a:rPr lang="en-IN" sz="1400" b="1" dirty="0" err="1"/>
              <a:t>ByteArrayOutputStream</a:t>
            </a:r>
            <a:r>
              <a:rPr lang="en-IN" sz="1400" b="1" dirty="0"/>
              <a:t> can write data into another byte[].</a:t>
            </a:r>
          </a:p>
          <a:p>
            <a:endParaRPr lang="en-IN" sz="1400" b="1" dirty="0"/>
          </a:p>
          <a:p>
            <a:r>
              <a:rPr lang="en-IN" sz="1400" b="1" dirty="0"/>
              <a:t>// BAISBAOSDemo3.java</a:t>
            </a:r>
          </a:p>
          <a:p>
            <a:r>
              <a:rPr lang="en-IN" sz="1400" b="1" dirty="0"/>
              <a:t>import java.io.*;</a:t>
            </a:r>
          </a:p>
          <a:p>
            <a:r>
              <a:rPr lang="en-IN" sz="1400" b="1" dirty="0"/>
              <a:t>public class BAISBAOSDemo3 {</a:t>
            </a:r>
          </a:p>
          <a:p>
            <a:r>
              <a:rPr lang="en-IN" sz="1400" b="1" dirty="0"/>
              <a:t>  public static void main(String rags[]) throws Exception {</a:t>
            </a:r>
          </a:p>
          <a:p>
            <a:r>
              <a:rPr lang="en-IN" sz="1400" b="1" dirty="0"/>
              <a:t>    // static byte array creation</a:t>
            </a:r>
          </a:p>
          <a:p>
            <a:r>
              <a:rPr lang="en-IN" sz="1400" b="1" dirty="0"/>
              <a:t>    // byte b[]=new byte[9];</a:t>
            </a:r>
          </a:p>
          <a:p>
            <a:endParaRPr lang="en-IN" sz="1400" b="1" dirty="0"/>
          </a:p>
          <a:p>
            <a:r>
              <a:rPr lang="en-IN" sz="1400" b="1" dirty="0"/>
              <a:t>    // dynamic byte array</a:t>
            </a:r>
          </a:p>
          <a:p>
            <a:r>
              <a:rPr lang="en-IN" sz="1400" b="1" dirty="0"/>
              <a:t>    // byte b[]={'A','c','t','</a:t>
            </a:r>
            <a:r>
              <a:rPr lang="en-IN" sz="1400" b="1" dirty="0" err="1"/>
              <a:t>i</a:t>
            </a:r>
            <a:r>
              <a:rPr lang="en-IN" sz="1400" b="1" dirty="0"/>
              <a:t>','</a:t>
            </a:r>
            <a:r>
              <a:rPr lang="en-IN" sz="1400" b="1" dirty="0" err="1"/>
              <a:t>v','e','N','E','T</a:t>
            </a:r>
            <a:r>
              <a:rPr lang="en-IN" sz="1400" b="1" dirty="0"/>
              <a:t>'};</a:t>
            </a:r>
          </a:p>
          <a:p>
            <a:r>
              <a:rPr lang="en-IN" sz="1400" b="1" dirty="0"/>
              <a:t>	</a:t>
            </a:r>
          </a:p>
          <a:p>
            <a:r>
              <a:rPr lang="en-IN" sz="1400" b="1" dirty="0"/>
              <a:t>    byte b[]={65,99,116,105,118,101,78,69,84};</a:t>
            </a:r>
          </a:p>
          <a:p>
            <a:r>
              <a:rPr lang="en-IN" sz="1400" b="1" dirty="0"/>
              <a:t>	// in java arrays are having property called length</a:t>
            </a:r>
          </a:p>
          <a:p>
            <a:r>
              <a:rPr lang="en-IN" sz="1400" b="1" dirty="0"/>
              <a:t>	</a:t>
            </a:r>
          </a:p>
          <a:p>
            <a:r>
              <a:rPr lang="en-IN" sz="1400" b="1" dirty="0"/>
              <a:t>    </a:t>
            </a:r>
            <a:r>
              <a:rPr lang="en-IN" sz="1400" b="1" dirty="0" err="1"/>
              <a:t>ByteArrayInputStream</a:t>
            </a:r>
            <a:r>
              <a:rPr lang="en-IN" sz="1400" b="1" dirty="0"/>
              <a:t> </a:t>
            </a:r>
            <a:r>
              <a:rPr lang="en-IN" sz="1400" b="1" dirty="0" err="1"/>
              <a:t>bais</a:t>
            </a:r>
            <a:r>
              <a:rPr lang="en-IN" sz="1400" b="1" dirty="0"/>
              <a:t>=new </a:t>
            </a:r>
            <a:r>
              <a:rPr lang="en-IN" sz="1400" b="1" dirty="0" err="1"/>
              <a:t>ByteArrayInputStream</a:t>
            </a:r>
            <a:r>
              <a:rPr lang="en-IN" sz="1400" b="1" dirty="0"/>
              <a:t>(b, 0, </a:t>
            </a:r>
            <a:r>
              <a:rPr lang="en-IN" sz="1400" b="1" dirty="0" err="1"/>
              <a:t>b.length</a:t>
            </a:r>
            <a:r>
              <a:rPr lang="en-IN" sz="1400" b="1" dirty="0"/>
              <a:t>);</a:t>
            </a:r>
          </a:p>
          <a:p>
            <a:r>
              <a:rPr lang="en-IN" sz="1400" b="1" dirty="0"/>
              <a:t>    </a:t>
            </a:r>
            <a:r>
              <a:rPr lang="en-IN" sz="1400" b="1" dirty="0" err="1"/>
              <a:t>ByteArrayOutputStream</a:t>
            </a:r>
            <a:r>
              <a:rPr lang="en-IN" sz="1400" b="1" dirty="0"/>
              <a:t> </a:t>
            </a:r>
            <a:r>
              <a:rPr lang="en-IN" sz="1400" b="1" dirty="0" err="1"/>
              <a:t>baos</a:t>
            </a:r>
            <a:r>
              <a:rPr lang="en-IN" sz="1400" b="1" dirty="0"/>
              <a:t>=new </a:t>
            </a:r>
            <a:r>
              <a:rPr lang="en-IN" sz="1400" b="1" dirty="0" err="1"/>
              <a:t>ByteArrayOutputStream</a:t>
            </a:r>
            <a:r>
              <a:rPr lang="en-IN" sz="1400" b="1" dirty="0"/>
              <a:t>(</a:t>
            </a:r>
            <a:r>
              <a:rPr lang="en-IN" sz="1400" b="1" dirty="0" err="1"/>
              <a:t>b.length</a:t>
            </a:r>
            <a:r>
              <a:rPr lang="en-IN" sz="1400" b="1" dirty="0"/>
              <a:t>);</a:t>
            </a:r>
          </a:p>
          <a:p>
            <a:endParaRPr lang="en-IN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141C-6DA7-6CA2-7104-9FBA2B8ED388}"/>
              </a:ext>
            </a:extLst>
          </p:cNvPr>
          <p:cNvSpPr txBox="1"/>
          <p:nvPr/>
        </p:nvSpPr>
        <p:spPr>
          <a:xfrm>
            <a:off x="383243" y="689097"/>
            <a:ext cx="9782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Reading data from one byte[] using </a:t>
            </a:r>
            <a:r>
              <a:rPr lang="en-IN" sz="1600" b="1" dirty="0" err="1"/>
              <a:t>ByteArrayInputStream</a:t>
            </a:r>
            <a:r>
              <a:rPr lang="en-IN" sz="1600" b="1" dirty="0"/>
              <a:t> and writes onto another byte[] using </a:t>
            </a:r>
            <a:r>
              <a:rPr lang="en-IN" sz="1600" b="1" dirty="0" err="1"/>
              <a:t>ByteArrayOutputStream</a:t>
            </a:r>
            <a:endParaRPr lang="en-IN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BEE9C-2A1B-3854-FA8B-D987344026F3}"/>
              </a:ext>
            </a:extLst>
          </p:cNvPr>
          <p:cNvSpPr txBox="1"/>
          <p:nvPr/>
        </p:nvSpPr>
        <p:spPr>
          <a:xfrm>
            <a:off x="6152967" y="1392429"/>
            <a:ext cx="36004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  int </a:t>
            </a:r>
            <a:r>
              <a:rPr lang="en-IN" sz="1600" b="1" dirty="0" err="1"/>
              <a:t>i</a:t>
            </a:r>
            <a:r>
              <a:rPr lang="en-IN" sz="1600" b="1" dirty="0"/>
              <a:t>=</a:t>
            </a:r>
            <a:r>
              <a:rPr lang="en-IN" sz="1600" b="1" dirty="0" err="1"/>
              <a:t>bais.read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while(</a:t>
            </a:r>
            <a:r>
              <a:rPr lang="en-IN" sz="1600" b="1" dirty="0" err="1"/>
              <a:t>i</a:t>
            </a:r>
            <a:r>
              <a:rPr lang="en-IN" sz="1600" b="1" dirty="0"/>
              <a:t>!=-1) {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baos.write</a:t>
            </a:r>
            <a:r>
              <a:rPr lang="en-IN" sz="1600" b="1" dirty="0"/>
              <a:t>(</a:t>
            </a:r>
            <a:r>
              <a:rPr lang="en-IN" sz="1600" b="1" dirty="0" err="1"/>
              <a:t>i</a:t>
            </a:r>
            <a:r>
              <a:rPr lang="en-IN" sz="1600" b="1" dirty="0"/>
              <a:t>);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i</a:t>
            </a:r>
            <a:r>
              <a:rPr lang="en-IN" sz="1600" b="1" dirty="0"/>
              <a:t>=</a:t>
            </a:r>
            <a:r>
              <a:rPr lang="en-IN" sz="1600" b="1" dirty="0" err="1"/>
              <a:t>bais.read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}</a:t>
            </a:r>
          </a:p>
          <a:p>
            <a:r>
              <a:rPr lang="en-IN" sz="1600" b="1" dirty="0"/>
              <a:t>    byte b1[]=</a:t>
            </a:r>
            <a:r>
              <a:rPr lang="en-IN" sz="1600" b="1" dirty="0" err="1"/>
              <a:t>baos.toByteArray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    // old way of retrieving from array</a:t>
            </a:r>
          </a:p>
          <a:p>
            <a:r>
              <a:rPr lang="en-IN" sz="1600" b="1" dirty="0"/>
              <a:t>    int </a:t>
            </a:r>
            <a:r>
              <a:rPr lang="en-IN" sz="1600" b="1" dirty="0" err="1"/>
              <a:t>len</a:t>
            </a:r>
            <a:r>
              <a:rPr lang="en-IN" sz="1600" b="1" dirty="0"/>
              <a:t>=b1.length;</a:t>
            </a:r>
          </a:p>
          <a:p>
            <a:r>
              <a:rPr lang="en-IN" sz="1600" b="1" dirty="0"/>
              <a:t>    for(int j=0;j&lt;</a:t>
            </a:r>
            <a:r>
              <a:rPr lang="en-IN" sz="1600" b="1" dirty="0" err="1"/>
              <a:t>len;j</a:t>
            </a:r>
            <a:r>
              <a:rPr lang="en-IN" sz="1600" b="1" dirty="0"/>
              <a:t>++) {</a:t>
            </a:r>
          </a:p>
          <a:p>
            <a:r>
              <a:rPr lang="en-IN" sz="1600" b="1" dirty="0"/>
              <a:t>   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(((char)b1[j]));</a:t>
            </a:r>
          </a:p>
          <a:p>
            <a:r>
              <a:rPr lang="en-IN" sz="1600" b="1" dirty="0"/>
              <a:t>    }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("**********");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25434C-A16D-07BE-7647-51CC6C8B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53018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349624" y="1338983"/>
            <a:ext cx="59301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for(byte b2:b1) {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(b2+" "+((char)b2));</a:t>
            </a:r>
          </a:p>
          <a:p>
            <a:r>
              <a:rPr lang="en-IN" sz="1600" b="1" dirty="0"/>
              <a:t> }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 </a:t>
            </a:r>
            <a:r>
              <a:rPr lang="en-IN" sz="1600" b="1" dirty="0" err="1"/>
              <a:t>System.out.println</a:t>
            </a:r>
            <a:r>
              <a:rPr lang="en-IN" sz="1600" b="1" dirty="0"/>
              <a:t>("*********************");</a:t>
            </a:r>
          </a:p>
          <a:p>
            <a:endParaRPr lang="en-IN" sz="1600" b="1" dirty="0"/>
          </a:p>
          <a:p>
            <a:r>
              <a:rPr lang="en-IN" sz="1600" b="1" dirty="0"/>
              <a:t> </a:t>
            </a:r>
            <a:r>
              <a:rPr lang="en-IN" sz="1600" b="1" dirty="0" err="1"/>
              <a:t>baos.close</a:t>
            </a:r>
            <a:r>
              <a:rPr lang="en-IN" sz="1600" b="1" dirty="0"/>
              <a:t>(); </a:t>
            </a:r>
            <a:r>
              <a:rPr lang="en-IN" sz="1600" b="1" dirty="0" err="1"/>
              <a:t>bais.close</a:t>
            </a:r>
            <a:r>
              <a:rPr lang="en-IN" sz="1600" b="1" dirty="0"/>
              <a:t>();</a:t>
            </a:r>
          </a:p>
          <a:p>
            <a:endParaRPr lang="en-IN" sz="1600" b="1" dirty="0"/>
          </a:p>
          <a:p>
            <a:r>
              <a:rPr lang="en-IN" sz="1600" b="1" dirty="0"/>
              <a:t> for(int j=0;j&lt;=127;j++) {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</a:t>
            </a:r>
            <a:r>
              <a:rPr lang="en-IN" sz="1600" b="1" dirty="0"/>
              <a:t>((char)j+"\t");</a:t>
            </a:r>
          </a:p>
          <a:p>
            <a:r>
              <a:rPr lang="en-IN" sz="1600" b="1" dirty="0"/>
              <a:t> }</a:t>
            </a:r>
          </a:p>
          <a:p>
            <a:r>
              <a:rPr lang="en-IN" sz="1600" b="1" dirty="0"/>
              <a:t> </a:t>
            </a:r>
            <a:r>
              <a:rPr lang="en-IN" sz="1600" b="1" dirty="0" err="1"/>
              <a:t>System.out.println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</a:t>
            </a:r>
            <a:r>
              <a:rPr lang="en-IN" sz="1600" b="1" dirty="0" err="1"/>
              <a:t>System.out.println</a:t>
            </a:r>
            <a:r>
              <a:rPr lang="en-IN" sz="1600" b="1" dirty="0"/>
              <a:t>("********************");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 for(int j=128;j&lt;255;j++) {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</a:t>
            </a:r>
            <a:r>
              <a:rPr lang="en-IN" sz="1600" b="1" dirty="0"/>
              <a:t>((char)j+"\t");</a:t>
            </a:r>
          </a:p>
          <a:p>
            <a:r>
              <a:rPr lang="en-IN" sz="1600" b="1" dirty="0"/>
              <a:t> }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System.out.println</a:t>
            </a:r>
            <a:r>
              <a:rPr lang="en-IN" sz="1600" b="1" dirty="0"/>
              <a:t>();	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141C-6DA7-6CA2-7104-9FBA2B8ED388}"/>
              </a:ext>
            </a:extLst>
          </p:cNvPr>
          <p:cNvSpPr txBox="1"/>
          <p:nvPr/>
        </p:nvSpPr>
        <p:spPr>
          <a:xfrm>
            <a:off x="383243" y="689097"/>
            <a:ext cx="9782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Reading data from one byte[] using </a:t>
            </a:r>
            <a:r>
              <a:rPr lang="en-IN" sz="1600" b="1" dirty="0" err="1"/>
              <a:t>ByteArrayInputStream</a:t>
            </a:r>
            <a:r>
              <a:rPr lang="en-IN" sz="1600" b="1" dirty="0"/>
              <a:t> and writes onto another byte[] using </a:t>
            </a:r>
            <a:r>
              <a:rPr lang="en-IN" sz="1600" b="1" dirty="0" err="1"/>
              <a:t>ByteArrayOutputStream</a:t>
            </a:r>
            <a:endParaRPr lang="en-IN" sz="1600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8D7CEC-FADA-C50D-0E56-FCCDCAFE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6576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B67FF5-E1E2-4B6D-2D39-8C1DB59E5221}"/>
              </a:ext>
            </a:extLst>
          </p:cNvPr>
          <p:cNvSpPr txBox="1"/>
          <p:nvPr/>
        </p:nvSpPr>
        <p:spPr>
          <a:xfrm>
            <a:off x="349624" y="706974"/>
            <a:ext cx="874058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StringBufferInputStream</a:t>
            </a:r>
            <a:r>
              <a:rPr lang="en-IN" b="1" dirty="0"/>
              <a:t> class can read stream of bytes from a String. The String must contain chars only </a:t>
            </a:r>
            <a:r>
              <a:rPr lang="en-IN" b="1" dirty="0" err="1"/>
              <a:t>upto</a:t>
            </a:r>
            <a:r>
              <a:rPr lang="en-IN" b="1" dirty="0"/>
              <a:t> ASCII range (0-255).</a:t>
            </a:r>
          </a:p>
          <a:p>
            <a:endParaRPr lang="en-IN" b="1" dirty="0"/>
          </a:p>
          <a:p>
            <a:r>
              <a:rPr lang="en-IN" b="1" dirty="0"/>
              <a:t>// SBISDemo4.java</a:t>
            </a:r>
          </a:p>
          <a:p>
            <a:r>
              <a:rPr lang="en-IN" b="1" dirty="0"/>
              <a:t>import java.io.*;</a:t>
            </a:r>
          </a:p>
          <a:p>
            <a:r>
              <a:rPr lang="en-IN" b="1" dirty="0"/>
              <a:t>public class SBISDemo4 {</a:t>
            </a:r>
          </a:p>
          <a:p>
            <a:r>
              <a:rPr lang="en-IN" b="1" dirty="0"/>
              <a:t>  public static void main(String rags[])throws Exception{</a:t>
            </a:r>
          </a:p>
          <a:p>
            <a:r>
              <a:rPr lang="en-IN" b="1" dirty="0"/>
              <a:t>    String str="I am Fine. How are You? Who are you? How do you do?";</a:t>
            </a:r>
          </a:p>
          <a:p>
            <a:endParaRPr lang="en-IN" b="1" dirty="0"/>
          </a:p>
          <a:p>
            <a:r>
              <a:rPr lang="en-IN" b="1" dirty="0"/>
              <a:t>    </a:t>
            </a:r>
            <a:r>
              <a:rPr lang="en-IN" b="1" dirty="0" err="1"/>
              <a:t>StringBufferInputStream</a:t>
            </a:r>
            <a:r>
              <a:rPr lang="en-IN" b="1" dirty="0"/>
              <a:t> </a:t>
            </a:r>
            <a:r>
              <a:rPr lang="en-IN" b="1" dirty="0" err="1"/>
              <a:t>sbis</a:t>
            </a:r>
            <a:r>
              <a:rPr lang="en-IN" b="1" dirty="0"/>
              <a:t>=new </a:t>
            </a:r>
            <a:r>
              <a:rPr lang="en-IN" b="1" dirty="0" err="1"/>
              <a:t>StringBufferInputStream</a:t>
            </a:r>
            <a:r>
              <a:rPr lang="en-IN" b="1" dirty="0"/>
              <a:t>(str);</a:t>
            </a:r>
          </a:p>
          <a:p>
            <a:r>
              <a:rPr lang="en-IN" b="1" dirty="0"/>
              <a:t>    int </a:t>
            </a:r>
            <a:r>
              <a:rPr lang="en-IN" b="1" dirty="0" err="1"/>
              <a:t>i</a:t>
            </a:r>
            <a:r>
              <a:rPr lang="en-IN" b="1" dirty="0"/>
              <a:t>=</a:t>
            </a:r>
            <a:r>
              <a:rPr lang="en-IN" b="1" dirty="0" err="1"/>
              <a:t>sbis.read</a:t>
            </a:r>
            <a:r>
              <a:rPr lang="en-IN" b="1" dirty="0"/>
              <a:t>();</a:t>
            </a:r>
          </a:p>
          <a:p>
            <a:r>
              <a:rPr lang="en-IN" b="1" dirty="0"/>
              <a:t>    while(</a:t>
            </a:r>
            <a:r>
              <a:rPr lang="en-IN" b="1" dirty="0" err="1"/>
              <a:t>i</a:t>
            </a:r>
            <a:r>
              <a:rPr lang="en-IN" b="1" dirty="0"/>
              <a:t>!=-1) {</a:t>
            </a:r>
          </a:p>
          <a:p>
            <a:r>
              <a:rPr lang="en-IN" b="1" dirty="0"/>
              <a:t>      </a:t>
            </a:r>
            <a:r>
              <a:rPr lang="en-IN" b="1" dirty="0" err="1"/>
              <a:t>System.out.println</a:t>
            </a:r>
            <a:r>
              <a:rPr lang="en-IN" b="1" dirty="0"/>
              <a:t>(</a:t>
            </a:r>
            <a:r>
              <a:rPr lang="en-IN" b="1" dirty="0" err="1"/>
              <a:t>i</a:t>
            </a:r>
            <a:r>
              <a:rPr lang="en-IN" b="1" dirty="0"/>
              <a:t>+" "+((char)</a:t>
            </a:r>
            <a:r>
              <a:rPr lang="en-IN" b="1" dirty="0" err="1"/>
              <a:t>i</a:t>
            </a:r>
            <a:r>
              <a:rPr lang="en-IN" b="1" dirty="0"/>
              <a:t>));</a:t>
            </a:r>
          </a:p>
          <a:p>
            <a:r>
              <a:rPr lang="en-IN" b="1" dirty="0"/>
              <a:t>      </a:t>
            </a:r>
            <a:r>
              <a:rPr lang="en-IN" b="1" dirty="0" err="1"/>
              <a:t>i</a:t>
            </a:r>
            <a:r>
              <a:rPr lang="en-IN" b="1" dirty="0"/>
              <a:t>=</a:t>
            </a:r>
            <a:r>
              <a:rPr lang="en-IN" b="1" dirty="0" err="1"/>
              <a:t>sbis.read</a:t>
            </a:r>
            <a:r>
              <a:rPr lang="en-IN" b="1" dirty="0"/>
              <a:t>();</a:t>
            </a:r>
          </a:p>
          <a:p>
            <a:r>
              <a:rPr lang="en-IN" b="1" dirty="0"/>
              <a:t>    }</a:t>
            </a:r>
          </a:p>
          <a:p>
            <a:r>
              <a:rPr lang="en-IN" b="1" dirty="0"/>
              <a:t>    </a:t>
            </a:r>
            <a:r>
              <a:rPr lang="en-IN" b="1" dirty="0" err="1"/>
              <a:t>sbis.close</a:t>
            </a:r>
            <a:r>
              <a:rPr lang="en-IN" b="1" dirty="0"/>
              <a:t>();</a:t>
            </a:r>
          </a:p>
          <a:p>
            <a:r>
              <a:rPr lang="en-IN" b="1" dirty="0"/>
              <a:t>  }	</a:t>
            </a:r>
          </a:p>
          <a:p>
            <a:r>
              <a:rPr lang="en-IN" b="1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482894-9F9A-CBE9-3509-8C50A4ED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20540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F7CE69-37D6-D52A-393C-D5D2DCB97D1A}"/>
              </a:ext>
            </a:extLst>
          </p:cNvPr>
          <p:cNvSpPr txBox="1"/>
          <p:nvPr/>
        </p:nvSpPr>
        <p:spPr>
          <a:xfrm>
            <a:off x="1438836" y="1028343"/>
            <a:ext cx="60108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OutputStream</a:t>
            </a:r>
            <a:r>
              <a:rPr lang="en-IN" b="1" dirty="0"/>
              <a:t> class </a:t>
            </a:r>
            <a:r>
              <a:rPr lang="en-IN" b="1" dirty="0" err="1"/>
              <a:t>heirarchy</a:t>
            </a:r>
            <a:r>
              <a:rPr lang="en-IN" b="1" dirty="0"/>
              <a:t>:</a:t>
            </a:r>
          </a:p>
          <a:p>
            <a:r>
              <a:rPr lang="en-IN" b="1" dirty="0" err="1"/>
              <a:t>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FileOutputStream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SocketOutputStream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ByteArrayOutputStream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ObjectOutputStream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PipedOutputStream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FilterOutputStream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DataOutputStream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BufferedOutputStream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PrintStream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CheckedOutputStream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CipherOutputStream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InflaterOutputStream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DeflaterOutputStream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DigestOutputStream</a:t>
            </a:r>
            <a:endParaRPr lang="en-IN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7341BD-03CA-E31F-52B0-C2BEA72EB65C}"/>
              </a:ext>
            </a:extLst>
          </p:cNvPr>
          <p:cNvCxnSpPr/>
          <p:nvPr/>
        </p:nvCxnSpPr>
        <p:spPr>
          <a:xfrm>
            <a:off x="1896035" y="1680882"/>
            <a:ext cx="0" cy="15074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06753C-6B43-698E-C500-C841796E8C63}"/>
              </a:ext>
            </a:extLst>
          </p:cNvPr>
          <p:cNvCxnSpPr/>
          <p:nvPr/>
        </p:nvCxnSpPr>
        <p:spPr>
          <a:xfrm>
            <a:off x="1896035" y="1788459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04324D-E147-E406-9F6F-EBFF99290213}"/>
              </a:ext>
            </a:extLst>
          </p:cNvPr>
          <p:cNvCxnSpPr/>
          <p:nvPr/>
        </p:nvCxnSpPr>
        <p:spPr>
          <a:xfrm>
            <a:off x="1900518" y="2034988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72CC49-61AC-966B-D940-03459E89461C}"/>
              </a:ext>
            </a:extLst>
          </p:cNvPr>
          <p:cNvCxnSpPr/>
          <p:nvPr/>
        </p:nvCxnSpPr>
        <p:spPr>
          <a:xfrm>
            <a:off x="1891554" y="2321858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A27560-C24F-70C9-7EB0-6130D7100D1D}"/>
              </a:ext>
            </a:extLst>
          </p:cNvPr>
          <p:cNvCxnSpPr/>
          <p:nvPr/>
        </p:nvCxnSpPr>
        <p:spPr>
          <a:xfrm>
            <a:off x="1878107" y="2590798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1BD71-3755-9E51-7A3C-CA664D987049}"/>
              </a:ext>
            </a:extLst>
          </p:cNvPr>
          <p:cNvCxnSpPr/>
          <p:nvPr/>
        </p:nvCxnSpPr>
        <p:spPr>
          <a:xfrm>
            <a:off x="1864660" y="2846291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1340EA-F0B8-9556-7FAC-9EBA5A6D40CE}"/>
              </a:ext>
            </a:extLst>
          </p:cNvPr>
          <p:cNvCxnSpPr/>
          <p:nvPr/>
        </p:nvCxnSpPr>
        <p:spPr>
          <a:xfrm>
            <a:off x="1864660" y="3128678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90FCAC-0B5D-DDDF-821A-A0F50FB2BE25}"/>
              </a:ext>
            </a:extLst>
          </p:cNvPr>
          <p:cNvCxnSpPr>
            <a:cxnSpLocks/>
          </p:cNvCxnSpPr>
          <p:nvPr/>
        </p:nvCxnSpPr>
        <p:spPr>
          <a:xfrm flipH="1">
            <a:off x="2828362" y="3374858"/>
            <a:ext cx="28783" cy="2044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2D9434-08C9-0F58-8EF2-CEC57A497DBD}"/>
              </a:ext>
            </a:extLst>
          </p:cNvPr>
          <p:cNvCxnSpPr/>
          <p:nvPr/>
        </p:nvCxnSpPr>
        <p:spPr>
          <a:xfrm>
            <a:off x="2841808" y="3406582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F88502-FB22-2A66-D3BC-5F2BD928D8F5}"/>
              </a:ext>
            </a:extLst>
          </p:cNvPr>
          <p:cNvCxnSpPr/>
          <p:nvPr/>
        </p:nvCxnSpPr>
        <p:spPr>
          <a:xfrm>
            <a:off x="2819397" y="3680005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072DA5-749A-30BE-CDD7-7A4B15DD259F}"/>
              </a:ext>
            </a:extLst>
          </p:cNvPr>
          <p:cNvCxnSpPr/>
          <p:nvPr/>
        </p:nvCxnSpPr>
        <p:spPr>
          <a:xfrm>
            <a:off x="2823880" y="3953428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8907A1-760D-80D2-FFAF-4567A4E6157D}"/>
              </a:ext>
            </a:extLst>
          </p:cNvPr>
          <p:cNvCxnSpPr/>
          <p:nvPr/>
        </p:nvCxnSpPr>
        <p:spPr>
          <a:xfrm>
            <a:off x="2841810" y="4226851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12FB46-8C51-AAED-FFD2-8E2B803B43AA}"/>
              </a:ext>
            </a:extLst>
          </p:cNvPr>
          <p:cNvCxnSpPr/>
          <p:nvPr/>
        </p:nvCxnSpPr>
        <p:spPr>
          <a:xfrm>
            <a:off x="2814916" y="4495791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C400FD-8CB8-83B8-BA9C-0E0820299ACC}"/>
              </a:ext>
            </a:extLst>
          </p:cNvPr>
          <p:cNvCxnSpPr/>
          <p:nvPr/>
        </p:nvCxnSpPr>
        <p:spPr>
          <a:xfrm>
            <a:off x="2792505" y="4755767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2B305AA-4623-F18F-137D-C103DB43DED6}"/>
              </a:ext>
            </a:extLst>
          </p:cNvPr>
          <p:cNvCxnSpPr/>
          <p:nvPr/>
        </p:nvCxnSpPr>
        <p:spPr>
          <a:xfrm>
            <a:off x="2837329" y="5042637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1C4F72-8D5B-F50F-E1B3-BA6E7C8E994A}"/>
              </a:ext>
            </a:extLst>
          </p:cNvPr>
          <p:cNvCxnSpPr/>
          <p:nvPr/>
        </p:nvCxnSpPr>
        <p:spPr>
          <a:xfrm>
            <a:off x="2792505" y="5307094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FAB2CA-6F49-DEE6-8663-73A1C028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244180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8AE0C8-314F-02C5-68FA-51C9D86C9B2C}"/>
              </a:ext>
            </a:extLst>
          </p:cNvPr>
          <p:cNvSpPr txBox="1"/>
          <p:nvPr/>
        </p:nvSpPr>
        <p:spPr>
          <a:xfrm>
            <a:off x="571500" y="1997839"/>
            <a:ext cx="85960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Unlike direct </a:t>
            </a:r>
            <a:r>
              <a:rPr lang="en-IN" sz="2000" dirty="0" err="1"/>
              <a:t>InputStream</a:t>
            </a:r>
            <a:r>
              <a:rPr lang="en-IN" sz="2000" dirty="0"/>
              <a:t> sub classes, </a:t>
            </a:r>
            <a:r>
              <a:rPr lang="en-IN" sz="2000" dirty="0" err="1"/>
              <a:t>FilterInputStream</a:t>
            </a:r>
            <a:r>
              <a:rPr lang="en-IN" sz="2000" dirty="0"/>
              <a:t> by default do not point to any source. But they are having special ability to read data line-line or buffer-buffer.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Hence to read data from text file line-line, create </a:t>
            </a:r>
            <a:r>
              <a:rPr lang="en-IN" sz="2000" dirty="0" err="1"/>
              <a:t>FileInputStream</a:t>
            </a:r>
            <a:r>
              <a:rPr lang="en-IN" sz="2000" dirty="0"/>
              <a:t> class object that points to text file, pass </a:t>
            </a:r>
            <a:r>
              <a:rPr lang="en-IN" sz="2000" dirty="0" err="1"/>
              <a:t>fis</a:t>
            </a:r>
            <a:r>
              <a:rPr lang="en-IN" sz="2000" dirty="0"/>
              <a:t> object as argument into </a:t>
            </a:r>
            <a:r>
              <a:rPr lang="en-IN" sz="2000" dirty="0" err="1"/>
              <a:t>DataInputStream</a:t>
            </a:r>
            <a:r>
              <a:rPr lang="en-IN" sz="2000" dirty="0"/>
              <a:t> class constructor so that we can read data from text file line-line. To read data from binary file pass </a:t>
            </a:r>
            <a:r>
              <a:rPr lang="en-IN" sz="2000" dirty="0" err="1"/>
              <a:t>fis</a:t>
            </a:r>
            <a:r>
              <a:rPr lang="en-IN" sz="2000" dirty="0"/>
              <a:t> object as argument into </a:t>
            </a:r>
            <a:r>
              <a:rPr lang="en-IN" sz="2000" dirty="0" err="1"/>
              <a:t>BufferedInputStream</a:t>
            </a:r>
            <a:r>
              <a:rPr lang="en-IN" sz="2000" dirty="0"/>
              <a:t> class constructor so that we can read buffer (byte[]) by buffer (byte[]).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927847" y="1224393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DataInputStream</a:t>
            </a:r>
            <a:r>
              <a:rPr lang="en-IN" sz="2400" b="1" dirty="0"/>
              <a:t> and </a:t>
            </a:r>
            <a:r>
              <a:rPr lang="en-IN" sz="2400" b="1" dirty="0" err="1"/>
              <a:t>BufferedOutputStream</a:t>
            </a:r>
            <a:endParaRPr lang="en-IN" sz="24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B41799-53E2-C33C-ED70-E797F68C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1247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1770</Words>
  <Application>Microsoft Office PowerPoint</Application>
  <PresentationFormat>Widescreen</PresentationFormat>
  <Paragraphs>256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nivas .</cp:lastModifiedBy>
  <cp:revision>41</cp:revision>
  <dcterms:created xsi:type="dcterms:W3CDTF">2021-09-13T09:22:41Z</dcterms:created>
  <dcterms:modified xsi:type="dcterms:W3CDTF">2023-08-24T04:51:43Z</dcterms:modified>
</cp:coreProperties>
</file>