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0" r:id="rId2"/>
    <p:sldId id="337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0E48-5DEB-D00D-8BBE-BAC3F7F2F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48066-1425-F592-CC84-F84932CCD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7AE97-7737-816C-3625-BE614071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58E10-A7D5-DAB7-9609-D281F751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8A2EB-AEB6-FF69-C89F-3B49255F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682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F06D3-F464-9884-6B1F-B31B501D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411B7-34DA-62FD-157C-F34123491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862A8-3198-6C93-33A1-9E616F59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A6183-606A-2CB0-9F95-FE8D22A5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7F08A-E8B7-C302-8C12-BE38738A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545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5A76-F11E-6E44-3CFD-10400CE0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FA8DB-4529-688B-7A60-F5150E57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C7BA9-DF79-B3CD-C433-7B30CF519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EBCDB-1AED-E9D7-AF9F-7842EFBC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A913B-B961-A43C-7602-5F166E49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59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0877-9BB6-E73C-DA3B-5D2269F26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B296-1DF4-D635-C062-3374CABFD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3C9EC-D489-9ACB-10B9-E7D7A1304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29BB4-3AFB-C6BA-E211-3125535D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22FC1-DD9A-9F4C-1826-CF17AC7F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5AD42-BFE8-7FBF-30B3-F91ECFFA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46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BDEE-1F3F-11C8-A5D1-841AB609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1D4DD-0405-138C-B890-43B1E6718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A3787-4A78-52C9-A6F8-2E995D67D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292E39-9369-F8AC-BD70-098812C68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FCF234-06A5-8829-2AE3-4A0A35D47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57878C-BF90-5431-A1C5-57ABA3BE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B4D8C-98ED-4525-5FBD-4DEFDE33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947FB0-243D-82CB-C13F-5C6AB6B6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3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0624-AB1E-E2AE-3834-CBCA962B8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8F87F-D57B-B6F6-B762-C1CD334F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DD176-38A2-E8A6-9A30-4489CEB5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2F91C-F72A-3D96-92B8-02B9CF56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53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B13419-5A9E-7250-9FD9-75413BBB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6592D-5EDA-5260-8054-04407A6F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DC5DA-B8B3-23F9-CD82-229D9680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32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B4DF-4BBE-C8A2-07B6-2D117EED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F0D8C-E91C-A6F0-4A9E-075EE82D7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AB29A-2DD0-3B73-4694-58887EE78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A2B16-F962-4284-FF36-78F89F93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F7D13-F45B-683C-E877-FD694396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1CA37-0E02-D615-CA16-D126D54E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90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9F3B-6A0A-FBF6-D43F-ED6FC1D6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F7A00-97E4-F985-8186-4CC452F0D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A938F-99CE-BDF4-E3B4-650B48CCC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5A6C2-DE54-397D-31B2-14989C68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985C9-ED33-05CB-57B3-E97A4F55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798D9-BA46-BE29-65FC-CD7DDE28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50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E119-B706-7989-1368-EE92720C3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7B10B-84DA-C673-2103-DE870EA94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647B9-68B2-E716-1293-5B225984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9E628-D091-E7BD-005B-1C478282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42CA3-1E1D-E2B2-E5A3-20CF2373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61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5432B-03F3-7830-A99B-40C2D218F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DDD72-2D3E-B7B5-830F-F60AE4309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6CC60-DA9F-5334-552D-3CB08BC9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2AA67-6A5E-0189-B88E-0E9C92F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30D2-615D-5EB4-B430-CE81C88F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5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95ADB-C3BD-178D-3C4B-7BF3A2A5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ABB1-C3EF-BF52-3081-43FCF80E7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F2B1-499F-BCF6-37CC-1F02DF985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D9AD9-F9A6-4E99-9009-3E884106E769}" type="datetimeFigureOut">
              <a:rPr lang="en-IN" smtClean="0"/>
              <a:t>21-09-2022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EBB5C-6843-CC8D-2097-D4C2101C7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12F06-90D0-6B18-4D79-F74B15188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43DB4-62EB-484D-9834-01957A76D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97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6DEE93C-4A24-A0FC-5470-8E299B23ED7D}"/>
              </a:ext>
            </a:extLst>
          </p:cNvPr>
          <p:cNvSpPr txBox="1"/>
          <p:nvPr/>
        </p:nvSpPr>
        <p:spPr>
          <a:xfrm>
            <a:off x="450436" y="902597"/>
            <a:ext cx="858775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cs typeface="Arial" panose="020B0604020202020204" pitchFamily="34" charset="0"/>
              </a:rPr>
              <a:t>OOPs in</a:t>
            </a:r>
            <a:r>
              <a:rPr lang="en-US" sz="8000" b="1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endParaRPr lang="en-US" sz="6600" b="1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13800" b="1" dirty="0">
                <a:solidFill>
                  <a:srgbClr val="0000FF"/>
                </a:solidFill>
                <a:cs typeface="Arial" panose="020B0604020202020204" pitchFamily="34" charset="0"/>
              </a:rPr>
              <a:t>Java</a:t>
            </a:r>
            <a:endParaRPr lang="en-US" sz="6600" b="1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4400" b="1" dirty="0">
                <a:solidFill>
                  <a:srgbClr val="0000FF"/>
                </a:solidFill>
                <a:cs typeface="Arial" panose="020B0604020202020204" pitchFamily="34" charset="0"/>
              </a:rPr>
              <a:t>(Polymorphism)</a:t>
            </a:r>
          </a:p>
          <a:p>
            <a:pPr algn="ctr"/>
            <a:r>
              <a:rPr lang="en-US" sz="4400" b="1" dirty="0">
                <a:solidFill>
                  <a:srgbClr val="0000FF"/>
                </a:solidFill>
                <a:cs typeface="Arial" panose="020B0604020202020204" pitchFamily="34" charset="0"/>
              </a:rPr>
              <a:t>-</a:t>
            </a:r>
          </a:p>
          <a:p>
            <a:pPr algn="ctr"/>
            <a:r>
              <a:rPr lang="en-US" sz="4400" b="1" dirty="0">
                <a:solidFill>
                  <a:srgbClr val="0000FF"/>
                </a:solidFill>
                <a:cs typeface="Arial" panose="020B0604020202020204" pitchFamily="34" charset="0"/>
              </a:rPr>
              <a:t>Part - IV</a:t>
            </a:r>
          </a:p>
        </p:txBody>
      </p:sp>
    </p:spTree>
    <p:extLst>
      <p:ext uri="{BB962C8B-B14F-4D97-AF65-F5344CB8AC3E}">
        <p14:creationId xmlns:p14="http://schemas.microsoft.com/office/powerpoint/2010/main" val="333066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F08B1F0-AB58-16D7-7780-F7A1BE1EA5EB}"/>
              </a:ext>
            </a:extLst>
          </p:cNvPr>
          <p:cNvSpPr txBox="1"/>
          <p:nvPr/>
        </p:nvSpPr>
        <p:spPr>
          <a:xfrm>
            <a:off x="2126342" y="2249361"/>
            <a:ext cx="698174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6600" b="1" dirty="0"/>
              <a:t>Polymorphism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12000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F08B1F0-AB58-16D7-7780-F7A1BE1EA5EB}"/>
              </a:ext>
            </a:extLst>
          </p:cNvPr>
          <p:cNvSpPr txBox="1"/>
          <p:nvPr/>
        </p:nvSpPr>
        <p:spPr>
          <a:xfrm>
            <a:off x="571500" y="1161174"/>
            <a:ext cx="85365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One method with different signatures </a:t>
            </a:r>
          </a:p>
          <a:p>
            <a:pPr algn="just"/>
            <a:r>
              <a:rPr lang="en-US" sz="2800" b="1" dirty="0"/>
              <a:t>		</a:t>
            </a:r>
            <a:r>
              <a:rPr lang="en-US" sz="2400" dirty="0"/>
              <a:t>- method overloading - takes place in the same class.</a:t>
            </a: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One method with one signature having many implementations/same method implementing in multiple sub classes</a:t>
            </a:r>
          </a:p>
          <a:p>
            <a:pPr algn="just"/>
            <a:r>
              <a:rPr lang="en-US" sz="2800" b="1" dirty="0"/>
              <a:t>		</a:t>
            </a:r>
            <a:r>
              <a:rPr lang="en-US" sz="2400" dirty="0"/>
              <a:t>- method overriding - takes place between one super class and many sub classes.</a:t>
            </a:r>
            <a:endParaRPr lang="it-IT" sz="800" dirty="0"/>
          </a:p>
        </p:txBody>
      </p:sp>
    </p:spTree>
    <p:extLst>
      <p:ext uri="{BB962C8B-B14F-4D97-AF65-F5344CB8AC3E}">
        <p14:creationId xmlns:p14="http://schemas.microsoft.com/office/powerpoint/2010/main" val="337876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F08B1F0-AB58-16D7-7780-F7A1BE1EA5EB}"/>
              </a:ext>
            </a:extLst>
          </p:cNvPr>
          <p:cNvSpPr txBox="1"/>
          <p:nvPr/>
        </p:nvSpPr>
        <p:spPr>
          <a:xfrm>
            <a:off x="571500" y="1161174"/>
            <a:ext cx="85365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Method overloading and Method overriding comes under polymorphism also called as static and dynamic polymorphism.</a:t>
            </a:r>
          </a:p>
          <a:p>
            <a:pPr algn="just"/>
            <a:r>
              <a:rPr lang="en-US" sz="2800" b="1" dirty="0"/>
              <a:t>	- Method overloading is a static polymorphism.</a:t>
            </a:r>
          </a:p>
          <a:p>
            <a:pPr algn="just"/>
            <a:r>
              <a:rPr lang="en-US" sz="2800" b="1" dirty="0"/>
              <a:t>	- Method overriding is a dynamic polymorphism.</a:t>
            </a:r>
            <a:endParaRPr lang="it-IT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A2983-DDD8-581A-285E-49168298942F}"/>
              </a:ext>
            </a:extLst>
          </p:cNvPr>
          <p:cNvSpPr txBox="1"/>
          <p:nvPr/>
        </p:nvSpPr>
        <p:spPr>
          <a:xfrm>
            <a:off x="820922" y="3635821"/>
            <a:ext cx="82871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Method overloading:</a:t>
            </a:r>
          </a:p>
          <a:p>
            <a:pPr algn="just"/>
            <a:r>
              <a:rPr lang="en-IN" sz="2000" b="1" dirty="0"/>
              <a:t>Writing same method many times with different method signature is called as overloading. Overloading considers number of parameters, type of parameters and order of parameters.</a:t>
            </a:r>
          </a:p>
          <a:p>
            <a:pPr algn="just"/>
            <a:endParaRPr lang="en-IN" sz="2000" b="1" dirty="0"/>
          </a:p>
          <a:p>
            <a:pPr algn="just"/>
            <a:r>
              <a:rPr lang="en-IN" sz="2000" b="1" dirty="0"/>
              <a:t>Overloading takes place within the class.</a:t>
            </a:r>
          </a:p>
        </p:txBody>
      </p:sp>
    </p:spTree>
    <p:extLst>
      <p:ext uri="{BB962C8B-B14F-4D97-AF65-F5344CB8AC3E}">
        <p14:creationId xmlns:p14="http://schemas.microsoft.com/office/powerpoint/2010/main" val="231116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F08B1F0-AB58-16D7-7780-F7A1BE1EA5EB}"/>
              </a:ext>
            </a:extLst>
          </p:cNvPr>
          <p:cNvSpPr txBox="1"/>
          <p:nvPr/>
        </p:nvSpPr>
        <p:spPr>
          <a:xfrm>
            <a:off x="571500" y="1161174"/>
            <a:ext cx="85365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Method overloading and Method overriding comes under polymorphism also called as static and dynamic polymorphism.</a:t>
            </a:r>
          </a:p>
          <a:p>
            <a:pPr algn="just"/>
            <a:r>
              <a:rPr lang="en-US" sz="2800" b="1" dirty="0"/>
              <a:t>	- Method overloading is a static polymorphism.</a:t>
            </a:r>
          </a:p>
          <a:p>
            <a:pPr algn="just"/>
            <a:r>
              <a:rPr lang="en-US" sz="2800" b="1" dirty="0"/>
              <a:t>	- Method overriding is a dynamic polymorphism.</a:t>
            </a:r>
            <a:endParaRPr lang="it-IT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A2983-DDD8-581A-285E-49168298942F}"/>
              </a:ext>
            </a:extLst>
          </p:cNvPr>
          <p:cNvSpPr txBox="1"/>
          <p:nvPr/>
        </p:nvSpPr>
        <p:spPr>
          <a:xfrm>
            <a:off x="820922" y="3635821"/>
            <a:ext cx="82871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Method overloading:</a:t>
            </a:r>
          </a:p>
          <a:p>
            <a:pPr algn="just"/>
            <a:r>
              <a:rPr lang="en-IN" sz="2000" b="1" dirty="0"/>
              <a:t>Writing same method many times with different method signature is called as overloading. Overloading considers number of parameters, type of parameters and order of parameters.</a:t>
            </a:r>
          </a:p>
          <a:p>
            <a:pPr algn="just"/>
            <a:endParaRPr lang="en-IN" sz="2000" b="1" dirty="0"/>
          </a:p>
          <a:p>
            <a:pPr algn="just"/>
            <a:r>
              <a:rPr lang="en-IN" sz="2000" b="1" dirty="0"/>
              <a:t>Overloading takes place within the class.</a:t>
            </a:r>
          </a:p>
        </p:txBody>
      </p:sp>
    </p:spTree>
    <p:extLst>
      <p:ext uri="{BB962C8B-B14F-4D97-AF65-F5344CB8AC3E}">
        <p14:creationId xmlns:p14="http://schemas.microsoft.com/office/powerpoint/2010/main" val="165248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F08B1F0-AB58-16D7-7780-F7A1BE1EA5EB}"/>
              </a:ext>
            </a:extLst>
          </p:cNvPr>
          <p:cNvSpPr txBox="1"/>
          <p:nvPr/>
        </p:nvSpPr>
        <p:spPr>
          <a:xfrm>
            <a:off x="571500" y="798105"/>
            <a:ext cx="757741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// OverloadingDemo.java</a:t>
            </a:r>
          </a:p>
          <a:p>
            <a:pPr algn="just"/>
            <a:r>
              <a:rPr lang="en-US" sz="1600" b="1" dirty="0"/>
              <a:t>public class </a:t>
            </a:r>
            <a:r>
              <a:rPr lang="en-US" sz="1600" b="1" dirty="0" err="1"/>
              <a:t>OverloadingDemo</a:t>
            </a:r>
            <a:r>
              <a:rPr lang="en-US" sz="1600" b="1" dirty="0"/>
              <a:t> {</a:t>
            </a:r>
          </a:p>
          <a:p>
            <a:pPr algn="just"/>
            <a:r>
              <a:rPr lang="en-US" sz="1600" b="1" dirty="0"/>
              <a:t> </a:t>
            </a:r>
          </a:p>
          <a:p>
            <a:pPr algn="just"/>
            <a:r>
              <a:rPr lang="en-US" sz="1600" b="1" dirty="0"/>
              <a:t>    public double </a:t>
            </a:r>
            <a:r>
              <a:rPr lang="en-US" sz="1600" b="1" dirty="0" err="1"/>
              <a:t>calTax</a:t>
            </a:r>
            <a:r>
              <a:rPr lang="en-US" sz="1600" b="1" dirty="0"/>
              <a:t>(double amt) {</a:t>
            </a:r>
          </a:p>
          <a:p>
            <a:pPr algn="just"/>
            <a:r>
              <a:rPr lang="en-US" sz="1600" b="1" dirty="0"/>
              <a:t>	   double </a:t>
            </a:r>
            <a:r>
              <a:rPr lang="en-US" sz="1600" b="1" dirty="0" err="1"/>
              <a:t>taxOnAmt</a:t>
            </a:r>
            <a:r>
              <a:rPr lang="en-US" sz="1600" b="1" dirty="0"/>
              <a:t>=0.0;</a:t>
            </a:r>
          </a:p>
          <a:p>
            <a:pPr algn="just"/>
            <a:r>
              <a:rPr lang="en-US" sz="1600" b="1" dirty="0"/>
              <a:t>	   </a:t>
            </a:r>
            <a:r>
              <a:rPr lang="en-US" sz="1600" b="1" dirty="0" err="1"/>
              <a:t>taxOnAmt</a:t>
            </a:r>
            <a:r>
              <a:rPr lang="en-US" sz="1600" b="1" dirty="0"/>
              <a:t>=amt*12.5/100;</a:t>
            </a:r>
          </a:p>
          <a:p>
            <a:pPr algn="just"/>
            <a:r>
              <a:rPr lang="en-US" sz="1600" b="1" dirty="0"/>
              <a:t>	   return </a:t>
            </a:r>
            <a:r>
              <a:rPr lang="en-US" sz="1600" b="1" dirty="0" err="1"/>
              <a:t>taxOnAmt</a:t>
            </a:r>
            <a:r>
              <a:rPr lang="en-US" sz="1600" b="1" dirty="0"/>
              <a:t>;</a:t>
            </a:r>
          </a:p>
          <a:p>
            <a:pPr algn="just"/>
            <a:r>
              <a:rPr lang="en-US" sz="1600" b="1" dirty="0"/>
              <a:t>    }</a:t>
            </a:r>
          </a:p>
          <a:p>
            <a:pPr algn="just"/>
            <a:r>
              <a:rPr lang="en-US" sz="1600" b="1" dirty="0"/>
              <a:t>	</a:t>
            </a:r>
          </a:p>
          <a:p>
            <a:pPr algn="just"/>
            <a:r>
              <a:rPr lang="en-US" sz="1600" b="1" dirty="0"/>
              <a:t>    public double </a:t>
            </a:r>
            <a:r>
              <a:rPr lang="en-US" sz="1600" b="1" dirty="0" err="1"/>
              <a:t>calTax</a:t>
            </a:r>
            <a:r>
              <a:rPr lang="en-US" sz="1600" b="1" dirty="0"/>
              <a:t>(double amt, String state) {</a:t>
            </a:r>
          </a:p>
          <a:p>
            <a:pPr algn="just"/>
            <a:r>
              <a:rPr lang="en-US" sz="1600" b="1" dirty="0"/>
              <a:t>	   double </a:t>
            </a:r>
            <a:r>
              <a:rPr lang="en-US" sz="1600" b="1" dirty="0" err="1"/>
              <a:t>taxOnAmt</a:t>
            </a:r>
            <a:r>
              <a:rPr lang="en-US" sz="1600" b="1" dirty="0"/>
              <a:t>=0.0;</a:t>
            </a:r>
          </a:p>
          <a:p>
            <a:pPr algn="just"/>
            <a:r>
              <a:rPr lang="en-US" sz="1600" b="1" dirty="0"/>
              <a:t>	   if(</a:t>
            </a:r>
            <a:r>
              <a:rPr lang="en-US" sz="1600" b="1" dirty="0" err="1"/>
              <a:t>state.equals</a:t>
            </a:r>
            <a:r>
              <a:rPr lang="en-US" sz="1600" b="1" dirty="0"/>
              <a:t>("AP") {</a:t>
            </a:r>
          </a:p>
          <a:p>
            <a:pPr algn="just"/>
            <a:r>
              <a:rPr lang="en-US" sz="1600" b="1" dirty="0"/>
              <a:t>	      </a:t>
            </a:r>
            <a:r>
              <a:rPr lang="en-US" sz="1600" b="1" dirty="0" err="1"/>
              <a:t>taxOnAmt</a:t>
            </a:r>
            <a:r>
              <a:rPr lang="en-US" sz="1600" b="1" dirty="0"/>
              <a:t>=amt*12.5/100;</a:t>
            </a:r>
          </a:p>
          <a:p>
            <a:pPr algn="just"/>
            <a:r>
              <a:rPr lang="en-US" sz="1600" b="1" dirty="0"/>
              <a:t>	      return </a:t>
            </a:r>
            <a:r>
              <a:rPr lang="en-US" sz="1600" b="1" dirty="0" err="1"/>
              <a:t>taxOnAmt</a:t>
            </a:r>
            <a:r>
              <a:rPr lang="en-US" sz="1600" b="1" dirty="0"/>
              <a:t>;</a:t>
            </a:r>
          </a:p>
          <a:p>
            <a:pPr algn="just"/>
            <a:r>
              <a:rPr lang="en-US" sz="1600" b="1" dirty="0"/>
              <a:t>	   } else if(</a:t>
            </a:r>
            <a:r>
              <a:rPr lang="en-US" sz="1600" b="1" dirty="0" err="1"/>
              <a:t>state.equals</a:t>
            </a:r>
            <a:r>
              <a:rPr lang="en-US" sz="1600" b="1" dirty="0"/>
              <a:t>("UP")) {</a:t>
            </a:r>
          </a:p>
          <a:p>
            <a:pPr algn="just"/>
            <a:r>
              <a:rPr lang="en-US" sz="1600" b="1" dirty="0"/>
              <a:t>	      </a:t>
            </a:r>
            <a:r>
              <a:rPr lang="en-US" sz="1600" b="1" dirty="0" err="1"/>
              <a:t>taxOnAmt</a:t>
            </a:r>
            <a:r>
              <a:rPr lang="en-US" sz="1600" b="1" dirty="0"/>
              <a:t>=amt*11.5/100;</a:t>
            </a:r>
          </a:p>
          <a:p>
            <a:pPr algn="just"/>
            <a:r>
              <a:rPr lang="en-US" sz="1600" b="1" dirty="0"/>
              <a:t>	      return </a:t>
            </a:r>
            <a:r>
              <a:rPr lang="en-US" sz="1600" b="1" dirty="0" err="1"/>
              <a:t>taxOnAmt</a:t>
            </a:r>
            <a:r>
              <a:rPr lang="en-US" sz="1600" b="1" dirty="0"/>
              <a:t>;</a:t>
            </a:r>
          </a:p>
          <a:p>
            <a:pPr algn="just"/>
            <a:r>
              <a:rPr lang="en-US" sz="1600" b="1" dirty="0"/>
              <a:t>	   } else {</a:t>
            </a:r>
          </a:p>
          <a:p>
            <a:pPr algn="just"/>
            <a:r>
              <a:rPr lang="en-US" sz="1600" b="1" dirty="0"/>
              <a:t>	      </a:t>
            </a:r>
            <a:r>
              <a:rPr lang="en-US" sz="1600" b="1" dirty="0" err="1"/>
              <a:t>taxOnAmt</a:t>
            </a:r>
            <a:r>
              <a:rPr lang="en-US" sz="1600" b="1" dirty="0"/>
              <a:t>=amt*10.5/100;</a:t>
            </a:r>
          </a:p>
          <a:p>
            <a:pPr algn="just"/>
            <a:r>
              <a:rPr lang="en-US" sz="1600" b="1" dirty="0"/>
              <a:t>	      return </a:t>
            </a:r>
            <a:r>
              <a:rPr lang="en-US" sz="1600" b="1" dirty="0" err="1"/>
              <a:t>taxOnAmt</a:t>
            </a:r>
            <a:r>
              <a:rPr lang="en-US" sz="1600" b="1" dirty="0"/>
              <a:t>;</a:t>
            </a:r>
          </a:p>
          <a:p>
            <a:pPr algn="just"/>
            <a:r>
              <a:rPr lang="en-US" sz="1600" b="1" dirty="0"/>
              <a:t>	   }</a:t>
            </a:r>
          </a:p>
          <a:p>
            <a:pPr algn="just"/>
            <a:r>
              <a:rPr lang="en-US" sz="1600" b="1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00488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F68CD2-006E-C245-E681-0162114C8E84}"/>
              </a:ext>
            </a:extLst>
          </p:cNvPr>
          <p:cNvSpPr txBox="1"/>
          <p:nvPr/>
        </p:nvSpPr>
        <p:spPr>
          <a:xfrm>
            <a:off x="726086" y="870647"/>
            <a:ext cx="67773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// writing different method names for different signature methods</a:t>
            </a:r>
          </a:p>
          <a:p>
            <a:r>
              <a:rPr lang="en-IN" b="1" dirty="0"/>
              <a:t>/*</a:t>
            </a:r>
          </a:p>
          <a:p>
            <a:r>
              <a:rPr lang="en-IN" b="1" dirty="0"/>
              <a:t>	public int add2Int(int </a:t>
            </a:r>
            <a:r>
              <a:rPr lang="en-IN" b="1" dirty="0" err="1"/>
              <a:t>i</a:t>
            </a:r>
            <a:r>
              <a:rPr lang="en-IN" b="1" dirty="0"/>
              <a:t>, int j) {}</a:t>
            </a:r>
          </a:p>
          <a:p>
            <a:r>
              <a:rPr lang="en-IN" b="1" dirty="0"/>
              <a:t>	public int </a:t>
            </a:r>
            <a:r>
              <a:rPr lang="en-IN" b="1" dirty="0" err="1"/>
              <a:t>addThreeInt</a:t>
            </a:r>
            <a:r>
              <a:rPr lang="en-IN" b="1" dirty="0"/>
              <a:t>(int </a:t>
            </a:r>
            <a:r>
              <a:rPr lang="en-IN" b="1" dirty="0" err="1"/>
              <a:t>i</a:t>
            </a:r>
            <a:r>
              <a:rPr lang="en-IN" b="1" dirty="0"/>
              <a:t>, int j, int k) {}</a:t>
            </a:r>
          </a:p>
          <a:p>
            <a:r>
              <a:rPr lang="en-IN" b="1" dirty="0"/>
              <a:t>	public int </a:t>
            </a:r>
            <a:r>
              <a:rPr lang="en-IN" b="1" dirty="0" err="1"/>
              <a:t>add_Four_Int</a:t>
            </a:r>
            <a:r>
              <a:rPr lang="en-IN" b="1" dirty="0"/>
              <a:t>(int </a:t>
            </a:r>
            <a:r>
              <a:rPr lang="en-IN" b="1" dirty="0" err="1"/>
              <a:t>i</a:t>
            </a:r>
            <a:r>
              <a:rPr lang="en-IN" b="1" dirty="0"/>
              <a:t>, int j, int k, int l) {}</a:t>
            </a:r>
          </a:p>
          <a:p>
            <a:r>
              <a:rPr lang="en-IN" b="1" dirty="0"/>
              <a:t>	public int add_5_Int(int </a:t>
            </a:r>
            <a:r>
              <a:rPr lang="en-IN" b="1" dirty="0" err="1"/>
              <a:t>i</a:t>
            </a:r>
            <a:r>
              <a:rPr lang="en-IN" b="1" dirty="0"/>
              <a:t>, int j, int k, int l, int m) {}</a:t>
            </a:r>
          </a:p>
          <a:p>
            <a:r>
              <a:rPr lang="en-IN" b="1" dirty="0"/>
              <a:t>*/</a:t>
            </a:r>
          </a:p>
          <a:p>
            <a:endParaRPr lang="en-IN" b="1" dirty="0"/>
          </a:p>
          <a:p>
            <a:r>
              <a:rPr lang="en-IN" b="1" dirty="0"/>
              <a:t>	public int add(int </a:t>
            </a:r>
            <a:r>
              <a:rPr lang="en-IN" b="1" dirty="0" err="1"/>
              <a:t>i</a:t>
            </a:r>
            <a:r>
              <a:rPr lang="en-IN" b="1" dirty="0"/>
              <a:t>, int j) {}</a:t>
            </a:r>
          </a:p>
          <a:p>
            <a:r>
              <a:rPr lang="en-IN" b="1" dirty="0"/>
              <a:t>	public int add(int </a:t>
            </a:r>
            <a:r>
              <a:rPr lang="en-IN" b="1" dirty="0" err="1"/>
              <a:t>i</a:t>
            </a:r>
            <a:r>
              <a:rPr lang="en-IN" b="1" dirty="0"/>
              <a:t>, int j, int k) {}</a:t>
            </a:r>
          </a:p>
          <a:p>
            <a:r>
              <a:rPr lang="en-IN" b="1" dirty="0"/>
              <a:t>	public int add(int </a:t>
            </a:r>
            <a:r>
              <a:rPr lang="en-IN" b="1" dirty="0" err="1"/>
              <a:t>i</a:t>
            </a:r>
            <a:r>
              <a:rPr lang="en-IN" b="1" dirty="0"/>
              <a:t>, int j, int k, int l) {}</a:t>
            </a:r>
          </a:p>
          <a:p>
            <a:r>
              <a:rPr lang="en-IN" b="1" dirty="0"/>
              <a:t>	public int add(int </a:t>
            </a:r>
            <a:r>
              <a:rPr lang="en-IN" b="1" dirty="0" err="1"/>
              <a:t>i</a:t>
            </a:r>
            <a:r>
              <a:rPr lang="en-IN" b="1" dirty="0"/>
              <a:t>, int j, int k, int l, int m) {}</a:t>
            </a:r>
          </a:p>
          <a:p>
            <a:endParaRPr lang="en-IN" b="1" dirty="0"/>
          </a:p>
          <a:p>
            <a:r>
              <a:rPr lang="en-IN" b="1" dirty="0"/>
              <a:t>	public int add(float </a:t>
            </a:r>
            <a:r>
              <a:rPr lang="en-IN" b="1" dirty="0" err="1"/>
              <a:t>i</a:t>
            </a:r>
            <a:r>
              <a:rPr lang="en-IN" b="1" dirty="0"/>
              <a:t>, float  j) {}</a:t>
            </a:r>
          </a:p>
          <a:p>
            <a:r>
              <a:rPr lang="en-IN" b="1" dirty="0"/>
              <a:t>	public int add(float </a:t>
            </a:r>
            <a:r>
              <a:rPr lang="en-IN" b="1" dirty="0" err="1"/>
              <a:t>i</a:t>
            </a:r>
            <a:r>
              <a:rPr lang="en-IN" b="1" dirty="0"/>
              <a:t>, float j, float k) {}</a:t>
            </a:r>
          </a:p>
          <a:p>
            <a:r>
              <a:rPr lang="en-IN" b="1" dirty="0"/>
              <a:t>	public int add(float </a:t>
            </a:r>
            <a:r>
              <a:rPr lang="en-IN" b="1" dirty="0" err="1"/>
              <a:t>i</a:t>
            </a:r>
            <a:r>
              <a:rPr lang="en-IN" b="1" dirty="0"/>
              <a:t>, float j, float k, float l) {}</a:t>
            </a:r>
          </a:p>
          <a:p>
            <a:r>
              <a:rPr lang="en-IN" b="1" dirty="0"/>
              <a:t>	public int add(float </a:t>
            </a:r>
            <a:r>
              <a:rPr lang="en-IN" b="1" dirty="0" err="1"/>
              <a:t>i</a:t>
            </a:r>
            <a:r>
              <a:rPr lang="en-IN" b="1" dirty="0"/>
              <a:t>, float j, float k, float l, float m) {}</a:t>
            </a:r>
          </a:p>
        </p:txBody>
      </p:sp>
    </p:spTree>
    <p:extLst>
      <p:ext uri="{BB962C8B-B14F-4D97-AF65-F5344CB8AC3E}">
        <p14:creationId xmlns:p14="http://schemas.microsoft.com/office/powerpoint/2010/main" val="328602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F68CD2-006E-C245-E681-0162114C8E84}"/>
              </a:ext>
            </a:extLst>
          </p:cNvPr>
          <p:cNvSpPr txBox="1"/>
          <p:nvPr/>
        </p:nvSpPr>
        <p:spPr>
          <a:xfrm>
            <a:off x="726086" y="1489209"/>
            <a:ext cx="67773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	/*</a:t>
            </a:r>
          </a:p>
          <a:p>
            <a:r>
              <a:rPr lang="en-IN" b="1" dirty="0"/>
              <a:t>	int </a:t>
            </a:r>
            <a:r>
              <a:rPr lang="en-IN" b="1" dirty="0" err="1"/>
              <a:t>arr</a:t>
            </a:r>
            <a:r>
              <a:rPr lang="en-IN" b="1" dirty="0"/>
              <a:t>[]={1,2,3,4,5,6,7,8,9,10};</a:t>
            </a:r>
          </a:p>
          <a:p>
            <a:r>
              <a:rPr lang="en-IN" b="1" dirty="0"/>
              <a:t>	add(</a:t>
            </a:r>
            <a:r>
              <a:rPr lang="en-IN" b="1" dirty="0" err="1"/>
              <a:t>arr</a:t>
            </a:r>
            <a:r>
              <a:rPr lang="en-IN" b="1" dirty="0"/>
              <a:t>);</a:t>
            </a:r>
          </a:p>
          <a:p>
            <a:r>
              <a:rPr lang="en-IN" b="1" dirty="0"/>
              <a:t>	*/</a:t>
            </a:r>
          </a:p>
          <a:p>
            <a:r>
              <a:rPr lang="en-IN" b="1" dirty="0"/>
              <a:t>	public int add(int </a:t>
            </a:r>
            <a:r>
              <a:rPr lang="en-IN" b="1" dirty="0" err="1"/>
              <a:t>i</a:t>
            </a:r>
            <a:r>
              <a:rPr lang="en-IN" b="1" dirty="0"/>
              <a:t>[]) {</a:t>
            </a:r>
          </a:p>
          <a:p>
            <a:r>
              <a:rPr lang="en-IN" b="1" dirty="0"/>
              <a:t>		int sum=0;</a:t>
            </a:r>
          </a:p>
          <a:p>
            <a:r>
              <a:rPr lang="en-IN" b="1" dirty="0"/>
              <a:t>		int </a:t>
            </a:r>
            <a:r>
              <a:rPr lang="en-IN" b="1" dirty="0" err="1"/>
              <a:t>len</a:t>
            </a:r>
            <a:r>
              <a:rPr lang="en-IN" b="1" dirty="0"/>
              <a:t>=</a:t>
            </a:r>
            <a:r>
              <a:rPr lang="en-IN" b="1" dirty="0" err="1"/>
              <a:t>i.length</a:t>
            </a:r>
            <a:r>
              <a:rPr lang="en-IN" b="1" dirty="0"/>
              <a:t>;</a:t>
            </a:r>
          </a:p>
          <a:p>
            <a:r>
              <a:rPr lang="en-IN" b="1" dirty="0"/>
              <a:t>		for(int a=0;a&lt;</a:t>
            </a:r>
            <a:r>
              <a:rPr lang="en-IN" b="1" dirty="0" err="1"/>
              <a:t>len;a</a:t>
            </a:r>
            <a:r>
              <a:rPr lang="en-IN" b="1" dirty="0"/>
              <a:t>++) {</a:t>
            </a:r>
          </a:p>
          <a:p>
            <a:r>
              <a:rPr lang="en-IN" b="1" dirty="0"/>
              <a:t>			sum=</a:t>
            </a:r>
            <a:r>
              <a:rPr lang="en-IN" b="1" dirty="0" err="1"/>
              <a:t>sum+i</a:t>
            </a:r>
            <a:r>
              <a:rPr lang="en-IN" b="1" dirty="0"/>
              <a:t>[a];</a:t>
            </a:r>
          </a:p>
          <a:p>
            <a:r>
              <a:rPr lang="en-IN" b="1" dirty="0"/>
              <a:t>		}</a:t>
            </a:r>
          </a:p>
          <a:p>
            <a:r>
              <a:rPr lang="en-IN" b="1" dirty="0"/>
              <a:t>		return sum;</a:t>
            </a:r>
          </a:p>
          <a:p>
            <a:r>
              <a:rPr lang="en-IN" b="1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86047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F68CD2-006E-C245-E681-0162114C8E84}"/>
              </a:ext>
            </a:extLst>
          </p:cNvPr>
          <p:cNvSpPr txBox="1"/>
          <p:nvPr/>
        </p:nvSpPr>
        <p:spPr>
          <a:xfrm>
            <a:off x="309230" y="789965"/>
            <a:ext cx="524440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// var-</a:t>
            </a:r>
            <a:r>
              <a:rPr lang="en-IN" b="1" dirty="0" err="1"/>
              <a:t>args</a:t>
            </a:r>
            <a:r>
              <a:rPr lang="en-IN" b="1" dirty="0"/>
              <a:t> =&gt; variable arguments</a:t>
            </a:r>
          </a:p>
          <a:p>
            <a:r>
              <a:rPr lang="en-IN" b="1" dirty="0"/>
              <a:t>// add(1,2,3,4,5,6,7,8,9)</a:t>
            </a:r>
          </a:p>
          <a:p>
            <a:r>
              <a:rPr lang="en-IN" b="1" dirty="0"/>
              <a:t>public int add(int... </a:t>
            </a:r>
            <a:r>
              <a:rPr lang="en-IN" b="1" dirty="0" err="1"/>
              <a:t>i</a:t>
            </a:r>
            <a:r>
              <a:rPr lang="en-IN" b="1" dirty="0"/>
              <a:t>) {</a:t>
            </a:r>
          </a:p>
          <a:p>
            <a:r>
              <a:rPr lang="en-IN" b="1" dirty="0"/>
              <a:t>	int sum=0;</a:t>
            </a:r>
          </a:p>
          <a:p>
            <a:r>
              <a:rPr lang="en-IN" b="1" dirty="0"/>
              <a:t>	// for-each loop</a:t>
            </a:r>
          </a:p>
          <a:p>
            <a:r>
              <a:rPr lang="en-IN" b="1" dirty="0"/>
              <a:t>	for(int a:i) {</a:t>
            </a:r>
          </a:p>
          <a:p>
            <a:r>
              <a:rPr lang="en-IN" b="1" dirty="0"/>
              <a:t>		sum+=a;</a:t>
            </a:r>
          </a:p>
          <a:p>
            <a:r>
              <a:rPr lang="en-IN" b="1" dirty="0"/>
              <a:t>	}</a:t>
            </a:r>
          </a:p>
          <a:p>
            <a:r>
              <a:rPr lang="en-IN" b="1" dirty="0"/>
              <a:t>	return sum;</a:t>
            </a:r>
          </a:p>
          <a:p>
            <a:r>
              <a:rPr lang="en-IN" b="1" dirty="0"/>
              <a:t>}</a:t>
            </a:r>
          </a:p>
          <a:p>
            <a:r>
              <a:rPr lang="en-IN" b="1" dirty="0"/>
              <a:t>	</a:t>
            </a:r>
          </a:p>
          <a:p>
            <a:r>
              <a:rPr lang="en-IN" b="1" dirty="0"/>
              <a:t>public int add(String str, int... </a:t>
            </a:r>
            <a:r>
              <a:rPr lang="en-IN" b="1" dirty="0" err="1"/>
              <a:t>i</a:t>
            </a:r>
            <a:r>
              <a:rPr lang="en-IN" b="1" dirty="0"/>
              <a:t>) { // correct syntax</a:t>
            </a:r>
          </a:p>
          <a:p>
            <a:r>
              <a:rPr lang="en-IN" b="1" dirty="0"/>
              <a:t>	int sum=0;</a:t>
            </a:r>
          </a:p>
          <a:p>
            <a:r>
              <a:rPr lang="en-IN" b="1" dirty="0"/>
              <a:t>	// enhanced for loop</a:t>
            </a:r>
          </a:p>
          <a:p>
            <a:r>
              <a:rPr lang="en-IN" b="1" dirty="0"/>
              <a:t>	for(int j:i) {</a:t>
            </a:r>
          </a:p>
          <a:p>
            <a:r>
              <a:rPr lang="en-IN" b="1" dirty="0"/>
              <a:t>		sum+=j;</a:t>
            </a:r>
          </a:p>
          <a:p>
            <a:r>
              <a:rPr lang="en-IN" b="1" dirty="0"/>
              <a:t>	}</a:t>
            </a:r>
          </a:p>
          <a:p>
            <a:r>
              <a:rPr lang="en-IN" b="1" dirty="0"/>
              <a:t>	return j;</a:t>
            </a:r>
          </a:p>
          <a:p>
            <a:r>
              <a:rPr lang="en-IN" b="1" dirty="0"/>
              <a:t>}</a:t>
            </a:r>
          </a:p>
          <a:p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6818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0F68CD2-006E-C245-E681-0162114C8E84}"/>
              </a:ext>
            </a:extLst>
          </p:cNvPr>
          <p:cNvSpPr txBox="1"/>
          <p:nvPr/>
        </p:nvSpPr>
        <p:spPr>
          <a:xfrm>
            <a:off x="368325" y="812037"/>
            <a:ext cx="52444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public int add(int[] </a:t>
            </a:r>
            <a:r>
              <a:rPr lang="en-IN" b="1" dirty="0" err="1"/>
              <a:t>i</a:t>
            </a:r>
            <a:r>
              <a:rPr lang="en-IN" b="1" dirty="0"/>
              <a:t>) { // int array, correct syntax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public int add(int </a:t>
            </a:r>
            <a:r>
              <a:rPr lang="en-IN" b="1" dirty="0" err="1"/>
              <a:t>i</a:t>
            </a:r>
            <a:r>
              <a:rPr lang="en-IN" b="1" dirty="0"/>
              <a:t>[]) { // int array, correct syntax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public int add(int... </a:t>
            </a:r>
            <a:r>
              <a:rPr lang="en-IN" b="1" dirty="0" err="1"/>
              <a:t>i</a:t>
            </a:r>
            <a:r>
              <a:rPr lang="en-IN" b="1" dirty="0"/>
              <a:t>) { // int var-</a:t>
            </a:r>
            <a:r>
              <a:rPr lang="en-IN" b="1" dirty="0" err="1"/>
              <a:t>args</a:t>
            </a:r>
            <a:r>
              <a:rPr lang="en-IN" b="1" dirty="0"/>
              <a:t>, correct syntax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public int add(int </a:t>
            </a:r>
            <a:r>
              <a:rPr lang="en-IN" b="1" dirty="0" err="1"/>
              <a:t>i</a:t>
            </a:r>
            <a:r>
              <a:rPr lang="en-IN" b="1" dirty="0"/>
              <a:t>...) { // wrong syntax</a:t>
            </a:r>
          </a:p>
          <a:p>
            <a:r>
              <a:rPr lang="en-IN" b="1" dirty="0"/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99CB4-38C8-8354-7FF5-99F0ACB32F47}"/>
              </a:ext>
            </a:extLst>
          </p:cNvPr>
          <p:cNvSpPr txBox="1"/>
          <p:nvPr/>
        </p:nvSpPr>
        <p:spPr>
          <a:xfrm>
            <a:off x="5511772" y="1148659"/>
            <a:ext cx="61385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public int add(String str, int... </a:t>
            </a:r>
            <a:r>
              <a:rPr lang="en-IN" b="1" dirty="0" err="1"/>
              <a:t>i</a:t>
            </a:r>
            <a:r>
              <a:rPr lang="en-IN" b="1" dirty="0"/>
              <a:t>) { // correct syntax</a:t>
            </a:r>
          </a:p>
          <a:p>
            <a:r>
              <a:rPr lang="en-IN" b="1" dirty="0"/>
              <a:t>	   int sum=0;</a:t>
            </a:r>
          </a:p>
          <a:p>
            <a:r>
              <a:rPr lang="en-IN" b="1" dirty="0"/>
              <a:t>	   // enhanced for loop</a:t>
            </a:r>
          </a:p>
          <a:p>
            <a:r>
              <a:rPr lang="en-IN" b="1" dirty="0"/>
              <a:t>	   for(int j:i) {</a:t>
            </a:r>
          </a:p>
          <a:p>
            <a:r>
              <a:rPr lang="en-IN" b="1" dirty="0"/>
              <a:t>		   sum+=j;</a:t>
            </a:r>
          </a:p>
          <a:p>
            <a:r>
              <a:rPr lang="en-IN" b="1" dirty="0"/>
              <a:t>	   }</a:t>
            </a:r>
          </a:p>
          <a:p>
            <a:r>
              <a:rPr lang="en-IN" b="1" dirty="0"/>
              <a:t>	   return j;</a:t>
            </a:r>
          </a:p>
          <a:p>
            <a:r>
              <a:rPr lang="en-IN" b="1" dirty="0"/>
              <a:t>	}</a:t>
            </a:r>
          </a:p>
          <a:p>
            <a:r>
              <a:rPr lang="en-IN" b="1" dirty="0"/>
              <a:t>	</a:t>
            </a:r>
          </a:p>
          <a:p>
            <a:r>
              <a:rPr lang="en-IN" b="1" dirty="0"/>
              <a:t>	public int add(int </a:t>
            </a:r>
            <a:r>
              <a:rPr lang="en-IN" b="1" dirty="0" err="1"/>
              <a:t>i</a:t>
            </a:r>
            <a:r>
              <a:rPr lang="en-IN" b="1" dirty="0"/>
              <a:t>..., String str) { // wrong syntax</a:t>
            </a:r>
          </a:p>
          <a:p>
            <a:r>
              <a:rPr lang="en-IN" b="1" dirty="0"/>
              <a:t>	   int sum=0;</a:t>
            </a:r>
          </a:p>
          <a:p>
            <a:r>
              <a:rPr lang="en-IN" b="1" dirty="0"/>
              <a:t>	   // enhanced for loop</a:t>
            </a:r>
          </a:p>
          <a:p>
            <a:r>
              <a:rPr lang="en-IN" b="1" dirty="0"/>
              <a:t>	   for(int j:i) {</a:t>
            </a:r>
          </a:p>
          <a:p>
            <a:r>
              <a:rPr lang="en-IN" b="1" dirty="0"/>
              <a:t>		   sum+=j;</a:t>
            </a:r>
          </a:p>
          <a:p>
            <a:r>
              <a:rPr lang="en-IN" b="1" dirty="0"/>
              <a:t>	   }</a:t>
            </a:r>
          </a:p>
          <a:p>
            <a:r>
              <a:rPr lang="en-IN" b="1" dirty="0"/>
              <a:t>	   return j;</a:t>
            </a:r>
          </a:p>
          <a:p>
            <a:r>
              <a:rPr lang="en-IN" b="1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95443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OOPs (Polymorphism)</a:t>
                </a: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B31CE40-708A-E57C-952B-A26D8B36F195}"/>
              </a:ext>
            </a:extLst>
          </p:cNvPr>
          <p:cNvSpPr txBox="1"/>
          <p:nvPr/>
        </p:nvSpPr>
        <p:spPr>
          <a:xfrm>
            <a:off x="343195" y="799470"/>
            <a:ext cx="72678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	public int add(String str, int </a:t>
            </a:r>
            <a:r>
              <a:rPr lang="en-IN" b="1" dirty="0" err="1"/>
              <a:t>i</a:t>
            </a:r>
            <a:r>
              <a:rPr lang="en-IN" b="1" dirty="0"/>
              <a:t>[]) { // correct syntax</a:t>
            </a:r>
          </a:p>
          <a:p>
            <a:r>
              <a:rPr lang="en-IN" b="1" dirty="0"/>
              <a:t>	  int </a:t>
            </a:r>
            <a:r>
              <a:rPr lang="en-IN" b="1" dirty="0" err="1"/>
              <a:t>len</a:t>
            </a:r>
            <a:r>
              <a:rPr lang="en-IN" b="1" dirty="0"/>
              <a:t>=</a:t>
            </a:r>
            <a:r>
              <a:rPr lang="en-IN" b="1" dirty="0" err="1"/>
              <a:t>i.length</a:t>
            </a:r>
            <a:r>
              <a:rPr lang="en-IN" b="1" dirty="0"/>
              <a:t>;</a:t>
            </a:r>
          </a:p>
          <a:p>
            <a:r>
              <a:rPr lang="en-IN" b="1" dirty="0"/>
              <a:t>	  int sum=0;</a:t>
            </a:r>
          </a:p>
          <a:p>
            <a:r>
              <a:rPr lang="en-IN" b="1" dirty="0"/>
              <a:t>	  for(int j=0;j&lt;</a:t>
            </a:r>
            <a:r>
              <a:rPr lang="en-IN" b="1" dirty="0" err="1"/>
              <a:t>len;j</a:t>
            </a:r>
            <a:r>
              <a:rPr lang="en-IN" b="1" dirty="0"/>
              <a:t>++) {</a:t>
            </a:r>
          </a:p>
          <a:p>
            <a:r>
              <a:rPr lang="en-IN" b="1" dirty="0"/>
              <a:t>		 // sum=</a:t>
            </a:r>
            <a:r>
              <a:rPr lang="en-IN" b="1" dirty="0" err="1"/>
              <a:t>sum+i</a:t>
            </a:r>
            <a:r>
              <a:rPr lang="en-IN" b="1" dirty="0"/>
              <a:t>[j];</a:t>
            </a:r>
          </a:p>
          <a:p>
            <a:r>
              <a:rPr lang="en-IN" b="1" dirty="0"/>
              <a:t>		 sum+=j;</a:t>
            </a:r>
          </a:p>
          <a:p>
            <a:r>
              <a:rPr lang="en-IN" b="1" dirty="0"/>
              <a:t>	  }</a:t>
            </a:r>
          </a:p>
          <a:p>
            <a:r>
              <a:rPr lang="en-IN" b="1" dirty="0"/>
              <a:t>	  return sum;</a:t>
            </a:r>
          </a:p>
          <a:p>
            <a:r>
              <a:rPr lang="en-IN" b="1" dirty="0"/>
              <a:t>	}</a:t>
            </a:r>
          </a:p>
          <a:p>
            <a:r>
              <a:rPr lang="en-IN" b="1" dirty="0"/>
              <a:t>	</a:t>
            </a:r>
          </a:p>
          <a:p>
            <a:r>
              <a:rPr lang="en-IN" b="1" dirty="0"/>
              <a:t>	public int add(int </a:t>
            </a:r>
            <a:r>
              <a:rPr lang="en-IN" b="1" dirty="0" err="1"/>
              <a:t>i</a:t>
            </a:r>
            <a:r>
              <a:rPr lang="en-IN" b="1" dirty="0"/>
              <a:t>[], String str) { // correct syntax</a:t>
            </a:r>
          </a:p>
          <a:p>
            <a:r>
              <a:rPr lang="en-IN" b="1" dirty="0"/>
              <a:t>	  int </a:t>
            </a:r>
            <a:r>
              <a:rPr lang="en-IN" b="1" dirty="0" err="1"/>
              <a:t>len</a:t>
            </a:r>
            <a:r>
              <a:rPr lang="en-IN" b="1" dirty="0"/>
              <a:t>=</a:t>
            </a:r>
            <a:r>
              <a:rPr lang="en-IN" b="1" dirty="0" err="1"/>
              <a:t>i.length</a:t>
            </a:r>
            <a:r>
              <a:rPr lang="en-IN" b="1" dirty="0"/>
              <a:t>;</a:t>
            </a:r>
          </a:p>
          <a:p>
            <a:r>
              <a:rPr lang="en-IN" b="1" dirty="0"/>
              <a:t>	  int sum=0;</a:t>
            </a:r>
          </a:p>
          <a:p>
            <a:r>
              <a:rPr lang="en-IN" b="1" dirty="0"/>
              <a:t>	  for(int j=0;j&lt;</a:t>
            </a:r>
            <a:r>
              <a:rPr lang="en-IN" b="1" dirty="0" err="1"/>
              <a:t>len;j</a:t>
            </a:r>
            <a:r>
              <a:rPr lang="en-IN" b="1" dirty="0"/>
              <a:t>++) {</a:t>
            </a:r>
          </a:p>
          <a:p>
            <a:r>
              <a:rPr lang="en-IN" b="1" dirty="0"/>
              <a:t>		 // sum=</a:t>
            </a:r>
            <a:r>
              <a:rPr lang="en-IN" b="1" dirty="0" err="1"/>
              <a:t>sum+i</a:t>
            </a:r>
            <a:r>
              <a:rPr lang="en-IN" b="1" dirty="0"/>
              <a:t>[j];</a:t>
            </a:r>
          </a:p>
          <a:p>
            <a:r>
              <a:rPr lang="en-IN" b="1" dirty="0"/>
              <a:t>		 sum+=j;</a:t>
            </a:r>
          </a:p>
          <a:p>
            <a:r>
              <a:rPr lang="en-IN" b="1" dirty="0"/>
              <a:t>	  }</a:t>
            </a:r>
          </a:p>
          <a:p>
            <a:r>
              <a:rPr lang="en-IN" b="1" dirty="0"/>
              <a:t>	  return sum;</a:t>
            </a:r>
          </a:p>
          <a:p>
            <a:r>
              <a:rPr lang="en-IN" b="1" dirty="0"/>
              <a:t>	}</a:t>
            </a:r>
          </a:p>
          <a:p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9235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1201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nivas .</dc:creator>
  <cp:lastModifiedBy>nivas .</cp:lastModifiedBy>
  <cp:revision>2</cp:revision>
  <dcterms:created xsi:type="dcterms:W3CDTF">2022-09-21T09:36:03Z</dcterms:created>
  <dcterms:modified xsi:type="dcterms:W3CDTF">2022-09-21T09:37:19Z</dcterms:modified>
</cp:coreProperties>
</file>