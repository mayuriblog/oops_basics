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7" r:id="rId3"/>
    <p:sldId id="331" r:id="rId4"/>
    <p:sldId id="332" r:id="rId5"/>
    <p:sldId id="333" r:id="rId6"/>
    <p:sldId id="334" r:id="rId7"/>
    <p:sldId id="335" r:id="rId8"/>
    <p:sldId id="33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FDB9-783E-6366-0F6B-8126F6C3F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6048E-B29F-D0D5-476B-912BF1D3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D251E-E999-6F60-6C4B-F0C51BA7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9A1B4-B19F-F5C0-7A8D-FC1B3F22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8402-7D36-7360-5FE8-8024B43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45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6E14-0228-C94B-C17F-AB730E7A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437E7-624E-26BC-D78A-464C5E461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272A-6F85-7702-2594-63EA6446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96F3E-A76A-EC82-4D5A-8A4A7200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264B1-B293-6137-A167-CC5A632F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1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EE12-4F0C-6936-6ABF-1ED5C755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B5351-F6A8-1CDC-B3E7-7660FCE1E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600D-AE35-F8E2-AFB5-F35B9C17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2F82A-467A-D8CA-147A-BDCD51C1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299BC-5F27-9469-9704-F098AA72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5D6D-F39F-29CD-BEA2-C939B0C6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0120-BF5D-D2E0-CA17-B9569AFD4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24DC0-0660-C592-B434-9F93F39DB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36760-FA5C-B121-5470-DD8C6079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CEF4E-D8F7-05B9-F1F4-0E20E578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0C5C7-6F46-6EA3-47B6-DDA40604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42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DA0E-2696-8396-A20D-01FD94A8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93101-C481-7A12-089F-4C02A64B9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7354D-4B85-2445-10AC-1E1EA0804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ADD60-058F-06ED-E32C-DBCBEC98F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B5172-4957-60A1-C64A-6D66C7129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D38CA-1DB6-64A2-A4B6-C92E8D35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65B57-5736-DDDE-2FB8-4B2DF934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25391-6200-C938-63E6-0354665E0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6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D8FD-D337-8036-CABA-23E95E95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82EC3-CB5D-2B09-0BE2-79F566C2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E034A-6647-4BDB-47FA-7A5E9E5A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06BAF-FAF6-234E-D5D0-49DB61F2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BBED7-AC2E-4355-2ADD-F1ECAF18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7885C-4927-248E-D637-369C294F9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7912F-85C9-4285-0197-3DBB1C53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8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65C4-D83D-5D75-6E60-20FB2F2D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4EDDA-03FC-5B70-1ABB-1EF113BF4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8E1CE-8D04-CC40-5766-034EA8DCA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52967-F295-42E8-653D-115BF19F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A176A-53EC-B067-D960-BF083E75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6A079-B055-33B2-665F-15FC9AE3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0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D69A-7BAE-14FE-79DE-DAD50B82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3CE38-F752-9F51-26B9-35489A828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68944-B812-3B30-573F-DAD3CC090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2C8B4-7CC5-42D6-C7B8-4CEDEB1F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21CAA-488B-8F1B-E24E-339A451C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9B1B-76F9-9F19-672D-8BF8A198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7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3F3E-91E5-2214-7A74-8C2F6139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96915-206F-FD03-AF84-26B88D971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0D4C4-7497-2B5F-21EE-72EDFCFD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F48D8-4AD8-2765-D3AD-BE1AC941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D279-58F1-4C90-72B3-848BBD57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53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9E164-636F-2342-286A-5BD7EC44E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5FECA-00BA-5174-6E8E-E3586C770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F6801-73C5-C2C6-AAA9-FB4C37D9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8F7B1-BD9E-E611-B7B2-3B7D0A2F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CFACE-C4DB-9D12-1200-5B6B7826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42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DD854-1BBA-9D7D-F927-7CFD9DCE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813D-B0F3-853F-323B-46E74010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F89A6-A8AF-0B87-2BDB-DA817B599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9F747-29B5-44EF-B5F6-D12693620455}" type="datetimeFigureOut">
              <a:rPr lang="en-IN" smtClean="0"/>
              <a:t>04-10-2022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7B23-A5EB-5594-6411-7199E27E0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B7D52-D2CF-8FAB-291A-9AF2E3509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A56A9-25B7-4DA6-96F5-90C38382F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38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D90B46E-ADCB-2648-DA40-AFBC87D091EC}"/>
              </a:ext>
            </a:extLst>
          </p:cNvPr>
          <p:cNvSpPr txBox="1"/>
          <p:nvPr/>
        </p:nvSpPr>
        <p:spPr>
          <a:xfrm>
            <a:off x="450436" y="902597"/>
            <a:ext cx="858775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cs typeface="Arial" panose="020B0604020202020204" pitchFamily="34" charset="0"/>
              </a:rPr>
              <a:t>OOPs in</a:t>
            </a:r>
            <a:r>
              <a:rPr lang="en-US" sz="8000" b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endParaRPr lang="en-US" sz="66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3800" b="1" dirty="0">
                <a:solidFill>
                  <a:srgbClr val="0000FF"/>
                </a:solidFill>
                <a:cs typeface="Arial" panose="020B0604020202020204" pitchFamily="34" charset="0"/>
              </a:rPr>
              <a:t>Java</a:t>
            </a:r>
            <a:endParaRPr lang="en-US" sz="66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(Message Passing)</a:t>
            </a: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-</a:t>
            </a: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Part - V</a:t>
            </a:r>
          </a:p>
        </p:txBody>
      </p:sp>
    </p:spTree>
    <p:extLst>
      <p:ext uri="{BB962C8B-B14F-4D97-AF65-F5344CB8AC3E}">
        <p14:creationId xmlns:p14="http://schemas.microsoft.com/office/powerpoint/2010/main" val="205187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1701342" y="2265194"/>
            <a:ext cx="72678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/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86059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1701342" y="2265194"/>
            <a:ext cx="726783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 algn="just">
              <a:buFont typeface="Wingdings" panose="05000000000000000000" pitchFamily="2" charset="2"/>
              <a:buChar char="v"/>
            </a:pPr>
            <a:r>
              <a:rPr lang="en-IN" sz="6600" b="1" dirty="0"/>
              <a:t>Pass-by-value</a:t>
            </a:r>
          </a:p>
          <a:p>
            <a:pPr marL="857250" indent="-857250" algn="just">
              <a:buFont typeface="Wingdings" panose="05000000000000000000" pitchFamily="2" charset="2"/>
              <a:buChar char="v"/>
            </a:pPr>
            <a:r>
              <a:rPr lang="en-IN" sz="6600" b="1" dirty="0"/>
              <a:t>Pass-by-reference</a:t>
            </a:r>
          </a:p>
        </p:txBody>
      </p:sp>
    </p:spTree>
    <p:extLst>
      <p:ext uri="{BB962C8B-B14F-4D97-AF65-F5344CB8AC3E}">
        <p14:creationId xmlns:p14="http://schemas.microsoft.com/office/powerpoint/2010/main" val="296568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679370" y="1162540"/>
            <a:ext cx="86076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/>
              <a:t>Pass-by-value</a:t>
            </a:r>
          </a:p>
          <a:p>
            <a:pPr algn="just"/>
            <a:r>
              <a:rPr lang="en-US" sz="2800" b="1" dirty="0"/>
              <a:t>Primitive members (int, long, float, double, char, boolean) passed as arguments into method are called as pass-by-value. In pass-by-value the value of the variable is copied into method argument, so that even though the parameter value changes in the methods the /argument or value doesn't reflect in the original copy.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1222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679370" y="648698"/>
            <a:ext cx="860764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// PBV.java</a:t>
            </a:r>
          </a:p>
          <a:p>
            <a:pPr algn="just"/>
            <a:r>
              <a:rPr lang="en-US" sz="1600" b="1" dirty="0"/>
              <a:t>class PBV {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	public static void main(String rags[]) {</a:t>
            </a:r>
          </a:p>
          <a:p>
            <a:pPr algn="just"/>
            <a:r>
              <a:rPr lang="en-US" sz="1600" b="1" dirty="0"/>
              <a:t>		int age=18;</a:t>
            </a:r>
          </a:p>
          <a:p>
            <a:pPr algn="just"/>
            <a:r>
              <a:rPr lang="en-US" sz="1600" b="1" dirty="0"/>
              <a:t>		double </a:t>
            </a:r>
            <a:r>
              <a:rPr lang="en-US" sz="1600" b="1" dirty="0" err="1"/>
              <a:t>sal</a:t>
            </a:r>
            <a:r>
              <a:rPr lang="en-US" sz="1600" b="1" dirty="0"/>
              <a:t>=50000.00;</a:t>
            </a:r>
          </a:p>
          <a:p>
            <a:pPr algn="just"/>
            <a:r>
              <a:rPr lang="en-US" sz="1600" b="1" dirty="0"/>
              <a:t>		char </a:t>
            </a:r>
            <a:r>
              <a:rPr lang="en-US" sz="1600" b="1" dirty="0" err="1"/>
              <a:t>ch</a:t>
            </a:r>
            <a:r>
              <a:rPr lang="en-US" sz="1600" b="1" dirty="0"/>
              <a:t>='A';</a:t>
            </a:r>
          </a:p>
          <a:p>
            <a:pPr algn="just"/>
            <a:r>
              <a:rPr lang="en-US" sz="1600" b="1" dirty="0"/>
              <a:t>		boolean </a:t>
            </a:r>
            <a:r>
              <a:rPr lang="en-US" sz="1600" b="1" dirty="0" err="1"/>
              <a:t>yesorno</a:t>
            </a:r>
            <a:r>
              <a:rPr lang="en-US" sz="1600" b="1" dirty="0"/>
              <a:t>=true;</a:t>
            </a:r>
          </a:p>
          <a:p>
            <a:pPr algn="just"/>
            <a:r>
              <a:rPr lang="en-US" sz="1600" b="1" dirty="0"/>
              <a:t>		</a:t>
            </a:r>
          </a:p>
          <a:p>
            <a:pPr algn="just"/>
            <a:r>
              <a:rPr lang="en-US" sz="1600" b="1" dirty="0"/>
              <a:t>		System.out.println("Before </a:t>
            </a:r>
            <a:r>
              <a:rPr lang="en-US" sz="1600" b="1" dirty="0" err="1"/>
              <a:t>pbv</a:t>
            </a:r>
            <a:r>
              <a:rPr lang="en-US" sz="1600" b="1" dirty="0"/>
              <a:t> "+age+" "+salary+" "+</a:t>
            </a:r>
            <a:r>
              <a:rPr lang="en-US" sz="1600" b="1" dirty="0" err="1"/>
              <a:t>ch</a:t>
            </a:r>
            <a:r>
              <a:rPr lang="en-US" sz="1600" b="1" dirty="0"/>
              <a:t>+" "+</a:t>
            </a:r>
            <a:r>
              <a:rPr lang="en-US" sz="1600" b="1" dirty="0" err="1"/>
              <a:t>yesorno</a:t>
            </a:r>
            <a:r>
              <a:rPr lang="en-US" sz="1600" b="1" dirty="0"/>
              <a:t>);</a:t>
            </a:r>
          </a:p>
          <a:p>
            <a:pPr algn="just"/>
            <a:r>
              <a:rPr lang="en-US" sz="1600" b="1" dirty="0"/>
              <a:t>		// pass-by-value</a:t>
            </a:r>
          </a:p>
          <a:p>
            <a:pPr algn="just"/>
            <a:r>
              <a:rPr lang="en-US" sz="1600" b="1" dirty="0"/>
              <a:t>		modify(age, </a:t>
            </a:r>
            <a:r>
              <a:rPr lang="en-US" sz="1600" b="1" dirty="0" err="1"/>
              <a:t>sal</a:t>
            </a:r>
            <a:r>
              <a:rPr lang="en-US" sz="1600" b="1" dirty="0"/>
              <a:t>, </a:t>
            </a:r>
            <a:r>
              <a:rPr lang="en-US" sz="1600" b="1" dirty="0" err="1"/>
              <a:t>ch</a:t>
            </a:r>
            <a:r>
              <a:rPr lang="en-US" sz="1600" b="1" dirty="0"/>
              <a:t>, </a:t>
            </a:r>
            <a:r>
              <a:rPr lang="en-US" sz="1600" b="1" dirty="0" err="1"/>
              <a:t>yesorno</a:t>
            </a:r>
            <a:r>
              <a:rPr lang="en-US" sz="1600" b="1" dirty="0"/>
              <a:t>);</a:t>
            </a:r>
          </a:p>
          <a:p>
            <a:pPr algn="just"/>
            <a:r>
              <a:rPr lang="en-US" sz="1600" b="1" dirty="0"/>
              <a:t>		System.out.println("After </a:t>
            </a:r>
            <a:r>
              <a:rPr lang="en-US" sz="1600" b="1" dirty="0" err="1"/>
              <a:t>pbv</a:t>
            </a:r>
            <a:r>
              <a:rPr lang="en-US" sz="1600" b="1" dirty="0"/>
              <a:t> "+age+" "+salary+" "+</a:t>
            </a:r>
            <a:r>
              <a:rPr lang="en-US" sz="1600" b="1" dirty="0" err="1"/>
              <a:t>ch</a:t>
            </a:r>
            <a:r>
              <a:rPr lang="en-US" sz="1600" b="1" dirty="0"/>
              <a:t>+" "+</a:t>
            </a:r>
            <a:r>
              <a:rPr lang="en-US" sz="1600" b="1" dirty="0" err="1"/>
              <a:t>yesorno</a:t>
            </a:r>
            <a:r>
              <a:rPr lang="en-US" sz="1600" b="1" dirty="0"/>
              <a:t>);</a:t>
            </a:r>
          </a:p>
          <a:p>
            <a:pPr algn="just"/>
            <a:r>
              <a:rPr lang="en-US" sz="1600" b="1" dirty="0"/>
              <a:t>	}</a:t>
            </a:r>
          </a:p>
          <a:p>
            <a:pPr algn="just"/>
            <a:r>
              <a:rPr lang="en-US" sz="1600" b="1" dirty="0"/>
              <a:t>	</a:t>
            </a:r>
          </a:p>
          <a:p>
            <a:pPr algn="just"/>
            <a:r>
              <a:rPr lang="en-US" sz="1600" b="1" dirty="0"/>
              <a:t>	public static void modify(int </a:t>
            </a:r>
            <a:r>
              <a:rPr lang="en-US" sz="1600" b="1" dirty="0" err="1"/>
              <a:t>i</a:t>
            </a:r>
            <a:r>
              <a:rPr lang="en-US" sz="1600" b="1" dirty="0"/>
              <a:t>, double d, char c, boolean b) {</a:t>
            </a:r>
          </a:p>
          <a:p>
            <a:pPr algn="just"/>
            <a:r>
              <a:rPr lang="en-US" sz="1600" b="1" dirty="0"/>
              <a:t>		</a:t>
            </a:r>
            <a:r>
              <a:rPr lang="en-US" sz="1600" b="1" dirty="0" err="1"/>
              <a:t>i</a:t>
            </a:r>
            <a:r>
              <a:rPr lang="en-US" sz="1600" b="1" dirty="0"/>
              <a:t>+=10;</a:t>
            </a:r>
          </a:p>
          <a:p>
            <a:pPr algn="just"/>
            <a:r>
              <a:rPr lang="en-US" sz="1600" b="1" dirty="0"/>
              <a:t>		d+=10000.00;</a:t>
            </a:r>
          </a:p>
          <a:p>
            <a:pPr algn="just"/>
            <a:r>
              <a:rPr lang="en-US" sz="1600" b="1" dirty="0"/>
              <a:t>		c='B';</a:t>
            </a:r>
          </a:p>
          <a:p>
            <a:pPr algn="just"/>
            <a:r>
              <a:rPr lang="en-US" sz="1600" b="1" dirty="0"/>
              <a:t>		b=false;</a:t>
            </a:r>
          </a:p>
          <a:p>
            <a:pPr algn="just"/>
            <a:r>
              <a:rPr lang="en-US" sz="1600" b="1" dirty="0"/>
              <a:t>		System.out.println("In modify "+</a:t>
            </a:r>
            <a:r>
              <a:rPr lang="en-US" sz="1600" b="1" dirty="0" err="1"/>
              <a:t>i</a:t>
            </a:r>
            <a:r>
              <a:rPr lang="en-US" sz="1600" b="1" dirty="0"/>
              <a:t>+" "+d+" "+c+" "+b);</a:t>
            </a:r>
          </a:p>
          <a:p>
            <a:pPr algn="just"/>
            <a:r>
              <a:rPr lang="en-US" sz="1600" b="1" dirty="0"/>
              <a:t>	}</a:t>
            </a:r>
          </a:p>
          <a:p>
            <a:pPr algn="just"/>
            <a:r>
              <a:rPr lang="en-US" sz="1600" b="1" dirty="0"/>
              <a:t>}</a:t>
            </a:r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5DE1B-38CD-C4A5-6116-BF9F15BDFF5E}"/>
              </a:ext>
            </a:extLst>
          </p:cNvPr>
          <p:cNvSpPr txBox="1"/>
          <p:nvPr/>
        </p:nvSpPr>
        <p:spPr>
          <a:xfrm>
            <a:off x="4069982" y="3881713"/>
            <a:ext cx="5331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</a:rPr>
              <a:t>only the values are copied into the method. </a:t>
            </a:r>
          </a:p>
          <a:p>
            <a:r>
              <a:rPr lang="en-IN" sz="1400" b="1" dirty="0">
                <a:solidFill>
                  <a:schemeClr val="accent5">
                    <a:lumMod val="75000"/>
                  </a:schemeClr>
                </a:solidFill>
              </a:rPr>
              <a:t>Hence changes made in method are not reflected in original variables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F18394-8E96-F264-0235-858EFB1A121C}"/>
              </a:ext>
            </a:extLst>
          </p:cNvPr>
          <p:cNvCxnSpPr/>
          <p:nvPr/>
        </p:nvCxnSpPr>
        <p:spPr>
          <a:xfrm flipH="1" flipV="1">
            <a:off x="5163671" y="3644153"/>
            <a:ext cx="632011" cy="4044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4030C4-CA56-B7A1-A3E8-C6FB5BC56ED8}"/>
              </a:ext>
            </a:extLst>
          </p:cNvPr>
          <p:cNvCxnSpPr/>
          <p:nvPr/>
        </p:nvCxnSpPr>
        <p:spPr>
          <a:xfrm flipH="1">
            <a:off x="5587861" y="4306464"/>
            <a:ext cx="147918" cy="1416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3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679370" y="1700420"/>
            <a:ext cx="86076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/>
              <a:t>Pass-by-reference</a:t>
            </a:r>
          </a:p>
          <a:p>
            <a:pPr algn="just"/>
            <a:r>
              <a:rPr lang="en-US" sz="2400" b="1" dirty="0"/>
              <a:t>Arrays and all objects except String passed as arguments into method are called as pass-by-reference. In pass-by-reference the address of the object is passed into method, so that if any changes made to object in the method will be modified in the origin object also.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8511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679370" y="987729"/>
            <a:ext cx="86076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class Emp {</a:t>
            </a:r>
          </a:p>
          <a:p>
            <a:pPr algn="just"/>
            <a:r>
              <a:rPr lang="en-US" b="1" dirty="0"/>
              <a:t>   int </a:t>
            </a:r>
            <a:r>
              <a:rPr lang="en-US" b="1" dirty="0" err="1"/>
              <a:t>eid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   String </a:t>
            </a:r>
            <a:r>
              <a:rPr lang="en-US" b="1" dirty="0" err="1"/>
              <a:t>ename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   double </a:t>
            </a:r>
            <a:r>
              <a:rPr lang="en-US" b="1" dirty="0" err="1"/>
              <a:t>sal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   String </a:t>
            </a:r>
            <a:r>
              <a:rPr lang="en-US" b="1" dirty="0" err="1"/>
              <a:t>desig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   </a:t>
            </a:r>
          </a:p>
          <a:p>
            <a:pPr algn="just"/>
            <a:r>
              <a:rPr lang="en-US" b="1" dirty="0"/>
              <a:t>   Emp() {}</a:t>
            </a:r>
          </a:p>
          <a:p>
            <a:pPr algn="just"/>
            <a:r>
              <a:rPr lang="en-US" b="1" dirty="0"/>
              <a:t>   Emp(int id, String </a:t>
            </a:r>
            <a:r>
              <a:rPr lang="en-US" b="1" dirty="0" err="1"/>
              <a:t>en</a:t>
            </a:r>
            <a:r>
              <a:rPr lang="en-US" b="1" dirty="0"/>
              <a:t>, double </a:t>
            </a:r>
            <a:r>
              <a:rPr lang="en-US" b="1" dirty="0" err="1"/>
              <a:t>sa</a:t>
            </a:r>
            <a:r>
              <a:rPr lang="en-US" b="1" dirty="0"/>
              <a:t>, String de) {</a:t>
            </a:r>
          </a:p>
          <a:p>
            <a:pPr algn="just"/>
            <a:r>
              <a:rPr lang="en-US" b="1" dirty="0"/>
              <a:t>      </a:t>
            </a:r>
            <a:r>
              <a:rPr lang="en-US" b="1" dirty="0" err="1"/>
              <a:t>eid</a:t>
            </a:r>
            <a:r>
              <a:rPr lang="en-US" b="1" dirty="0"/>
              <a:t>=id;</a:t>
            </a:r>
          </a:p>
          <a:p>
            <a:pPr algn="just"/>
            <a:r>
              <a:rPr lang="en-US" b="1" dirty="0"/>
              <a:t>	  </a:t>
            </a:r>
            <a:r>
              <a:rPr lang="en-US" b="1" dirty="0" err="1"/>
              <a:t>ename</a:t>
            </a:r>
            <a:r>
              <a:rPr lang="en-US" b="1" dirty="0"/>
              <a:t>=</a:t>
            </a:r>
            <a:r>
              <a:rPr lang="en-US" b="1" dirty="0" err="1"/>
              <a:t>en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	  </a:t>
            </a:r>
            <a:r>
              <a:rPr lang="en-US" b="1" dirty="0" err="1"/>
              <a:t>sal</a:t>
            </a:r>
            <a:r>
              <a:rPr lang="en-US" b="1" dirty="0"/>
              <a:t>=</a:t>
            </a:r>
            <a:r>
              <a:rPr lang="en-US" b="1" dirty="0" err="1"/>
              <a:t>sa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	  </a:t>
            </a:r>
            <a:r>
              <a:rPr lang="en-US" b="1" dirty="0" err="1"/>
              <a:t>desig</a:t>
            </a:r>
            <a:r>
              <a:rPr lang="en-US" b="1" dirty="0"/>
              <a:t>=de;</a:t>
            </a:r>
          </a:p>
          <a:p>
            <a:pPr algn="just"/>
            <a:r>
              <a:rPr lang="en-US" b="1" dirty="0"/>
              <a:t>   }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   public String </a:t>
            </a:r>
            <a:r>
              <a:rPr lang="en-US" b="1" dirty="0" err="1"/>
              <a:t>toString</a:t>
            </a:r>
            <a:r>
              <a:rPr lang="en-US" b="1" dirty="0"/>
              <a:t>() {</a:t>
            </a:r>
          </a:p>
          <a:p>
            <a:pPr algn="just"/>
            <a:r>
              <a:rPr lang="en-US" b="1" dirty="0"/>
              <a:t>      return </a:t>
            </a:r>
            <a:r>
              <a:rPr lang="en-US" b="1" dirty="0" err="1"/>
              <a:t>eid</a:t>
            </a:r>
            <a:r>
              <a:rPr lang="en-US" b="1" dirty="0"/>
              <a:t>+" "+</a:t>
            </a:r>
            <a:r>
              <a:rPr lang="en-US" b="1" dirty="0" err="1"/>
              <a:t>ename</a:t>
            </a:r>
            <a:r>
              <a:rPr lang="en-US" b="1" dirty="0"/>
              <a:t>+" "+</a:t>
            </a:r>
            <a:r>
              <a:rPr lang="en-US" b="1" dirty="0" err="1"/>
              <a:t>sal</a:t>
            </a:r>
            <a:r>
              <a:rPr lang="en-US" b="1" dirty="0"/>
              <a:t>+" "+</a:t>
            </a:r>
            <a:r>
              <a:rPr lang="en-US" b="1" dirty="0" err="1"/>
              <a:t>desig</a:t>
            </a:r>
            <a:r>
              <a:rPr lang="en-US" b="1" dirty="0"/>
              <a:t>;</a:t>
            </a:r>
          </a:p>
          <a:p>
            <a:pPr algn="just"/>
            <a:r>
              <a:rPr lang="en-US" b="1" dirty="0"/>
              <a:t>   }</a:t>
            </a:r>
          </a:p>
          <a:p>
            <a:pPr algn="just"/>
            <a:r>
              <a:rPr lang="en-US" b="1" dirty="0"/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6852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(Message Passing)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679370" y="907047"/>
            <a:ext cx="860764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// PassByReference.java</a:t>
            </a:r>
          </a:p>
          <a:p>
            <a:pPr algn="just"/>
            <a:r>
              <a:rPr lang="en-US" sz="1600" b="1" dirty="0"/>
              <a:t>public class </a:t>
            </a:r>
            <a:r>
              <a:rPr lang="en-US" sz="1600" b="1" dirty="0" err="1"/>
              <a:t>PassByReference</a:t>
            </a:r>
            <a:r>
              <a:rPr lang="en-US" sz="1600" b="1" dirty="0"/>
              <a:t> {</a:t>
            </a:r>
          </a:p>
          <a:p>
            <a:pPr algn="just"/>
            <a:r>
              <a:rPr lang="en-US" sz="1600" b="1" dirty="0"/>
              <a:t>    public static void main(String rags[]) {</a:t>
            </a:r>
          </a:p>
          <a:p>
            <a:pPr algn="just"/>
            <a:r>
              <a:rPr lang="en-US" sz="1600" b="1" dirty="0"/>
              <a:t>	</a:t>
            </a:r>
          </a:p>
          <a:p>
            <a:pPr algn="just"/>
            <a:r>
              <a:rPr lang="en-US" sz="1600" b="1" dirty="0"/>
              <a:t>	double d[]={10.24, 20.45, 30.65};</a:t>
            </a:r>
          </a:p>
          <a:p>
            <a:pPr algn="just"/>
            <a:r>
              <a:rPr lang="en-US" sz="1600" b="1" dirty="0"/>
              <a:t>	Emp e=new Emp(1, "ABC", 100000.00, "Architect");</a:t>
            </a:r>
          </a:p>
          <a:p>
            <a:pPr algn="just"/>
            <a:r>
              <a:rPr lang="en-US" sz="1600" b="1" dirty="0"/>
              <a:t>		</a:t>
            </a:r>
          </a:p>
          <a:p>
            <a:pPr algn="just"/>
            <a:r>
              <a:rPr lang="en-US" sz="1600" b="1" dirty="0"/>
              <a:t>	</a:t>
            </a:r>
            <a:r>
              <a:rPr lang="en-US" sz="1600" b="1" dirty="0" err="1"/>
              <a:t>passByReference</a:t>
            </a:r>
            <a:r>
              <a:rPr lang="en-US" sz="1600" b="1" dirty="0"/>
              <a:t>(d, e);</a:t>
            </a:r>
          </a:p>
          <a:p>
            <a:pPr algn="just"/>
            <a:r>
              <a:rPr lang="en-US" sz="1600" b="1" dirty="0"/>
              <a:t>		</a:t>
            </a:r>
          </a:p>
          <a:p>
            <a:pPr algn="just"/>
            <a:r>
              <a:rPr lang="en-US" sz="1600" b="1" dirty="0"/>
              <a:t>	for(double d1:d) {</a:t>
            </a:r>
          </a:p>
          <a:p>
            <a:pPr algn="just"/>
            <a:r>
              <a:rPr lang="en-US" sz="1600" b="1" dirty="0"/>
              <a:t>	       System.out.println(d1); // 40.89, 20.45, 30.65</a:t>
            </a:r>
          </a:p>
          <a:p>
            <a:pPr algn="just"/>
            <a:r>
              <a:rPr lang="en-US" sz="1600" b="1" dirty="0"/>
              <a:t>	}</a:t>
            </a:r>
          </a:p>
          <a:p>
            <a:pPr algn="just"/>
            <a:r>
              <a:rPr lang="en-US" sz="1600" b="1" dirty="0"/>
              <a:t>		</a:t>
            </a:r>
          </a:p>
          <a:p>
            <a:pPr algn="just"/>
            <a:r>
              <a:rPr lang="en-US" sz="1600" b="1" dirty="0"/>
              <a:t>	System.out.println(e); // 1 Mr. ABC 200000.00 Architect</a:t>
            </a:r>
          </a:p>
          <a:p>
            <a:pPr algn="just"/>
            <a:r>
              <a:rPr lang="en-US" sz="1600" b="1" dirty="0"/>
              <a:t>    }</a:t>
            </a:r>
          </a:p>
          <a:p>
            <a:pPr algn="just"/>
            <a:r>
              <a:rPr lang="en-US" sz="1600" b="1" dirty="0"/>
              <a:t>	</a:t>
            </a:r>
          </a:p>
          <a:p>
            <a:pPr algn="just"/>
            <a:r>
              <a:rPr lang="en-US" sz="1600" b="1" dirty="0"/>
              <a:t>    public static void </a:t>
            </a:r>
            <a:r>
              <a:rPr lang="en-US" sz="1600" b="1" dirty="0" err="1"/>
              <a:t>passByReference</a:t>
            </a:r>
            <a:r>
              <a:rPr lang="en-US" sz="1600" b="1" dirty="0"/>
              <a:t>(double d[], Emp e) {</a:t>
            </a:r>
          </a:p>
          <a:p>
            <a:pPr algn="just"/>
            <a:r>
              <a:rPr lang="en-US" sz="1600" b="1" dirty="0"/>
              <a:t>	   d[0]=40.89;</a:t>
            </a:r>
          </a:p>
          <a:p>
            <a:pPr algn="just"/>
            <a:r>
              <a:rPr lang="en-US" sz="1600" b="1" dirty="0"/>
              <a:t>	   </a:t>
            </a:r>
            <a:r>
              <a:rPr lang="en-US" sz="1600" b="1" dirty="0" err="1"/>
              <a:t>e.ename</a:t>
            </a:r>
            <a:r>
              <a:rPr lang="en-US" sz="1600" b="1" dirty="0"/>
              <a:t>="Mr. "+</a:t>
            </a:r>
            <a:r>
              <a:rPr lang="en-US" sz="1600" b="1" dirty="0" err="1"/>
              <a:t>e.ename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	   </a:t>
            </a:r>
            <a:r>
              <a:rPr lang="en-US" sz="1600" b="1" dirty="0" err="1"/>
              <a:t>e.sal</a:t>
            </a:r>
            <a:r>
              <a:rPr lang="en-US" sz="1600" b="1" dirty="0"/>
              <a:t>=</a:t>
            </a:r>
            <a:r>
              <a:rPr lang="en-US" sz="1600" b="1" dirty="0" err="1"/>
              <a:t>e.sal+e.sal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    }</a:t>
            </a:r>
          </a:p>
          <a:p>
            <a:pPr algn="just"/>
            <a:r>
              <a:rPr lang="en-US" sz="1600" b="1" dirty="0"/>
              <a:t>}</a:t>
            </a:r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2FD5A-74B3-1873-4DEF-1D5CA29EFA13}"/>
              </a:ext>
            </a:extLst>
          </p:cNvPr>
          <p:cNvSpPr txBox="1"/>
          <p:nvPr/>
        </p:nvSpPr>
        <p:spPr>
          <a:xfrm>
            <a:off x="5631094" y="2607807"/>
            <a:ext cx="5989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the address of array and Emp object are passed as arguments into method. Hence changes made to array or Emp object in the method are reflected in their original copy.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7E62A7-9792-5F81-D8DB-3DF3E338B9D3}"/>
              </a:ext>
            </a:extLst>
          </p:cNvPr>
          <p:cNvCxnSpPr/>
          <p:nvPr/>
        </p:nvCxnSpPr>
        <p:spPr>
          <a:xfrm flipH="1" flipV="1">
            <a:off x="3724835" y="2882447"/>
            <a:ext cx="1815353" cy="1969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735323-FA2F-3C99-A957-091DB542619C}"/>
              </a:ext>
            </a:extLst>
          </p:cNvPr>
          <p:cNvCxnSpPr/>
          <p:nvPr/>
        </p:nvCxnSpPr>
        <p:spPr>
          <a:xfrm flipH="1">
            <a:off x="3939988" y="3188368"/>
            <a:ext cx="1691103" cy="16256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91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711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nivas .</dc:creator>
  <cp:lastModifiedBy>nivas .</cp:lastModifiedBy>
  <cp:revision>2</cp:revision>
  <dcterms:created xsi:type="dcterms:W3CDTF">2022-09-21T09:37:36Z</dcterms:created>
  <dcterms:modified xsi:type="dcterms:W3CDTF">2022-10-04T05:04:15Z</dcterms:modified>
</cp:coreProperties>
</file>