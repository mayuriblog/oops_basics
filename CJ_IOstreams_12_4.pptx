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90" r:id="rId3"/>
    <p:sldId id="291" r:id="rId4"/>
    <p:sldId id="292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2BFF"/>
    <a:srgbClr val="0000FF"/>
    <a:srgbClr val="3399FF"/>
    <a:srgbClr val="003F66"/>
    <a:srgbClr val="990033"/>
    <a:srgbClr val="FF9933"/>
    <a:srgbClr val="FF5050"/>
    <a:srgbClr val="F105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93E9A-130D-4934-9E96-FE9CB62542E0}" type="datetimeFigureOut">
              <a:rPr lang="en-IN" smtClean="0"/>
              <a:t>24-08-2023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058999-2B70-48CE-BC12-9D32A2E74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752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D53D4-ADD2-48AC-8994-14A51F0D2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37EA9-7966-48DB-8A37-F2A824B84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E772E-FB9A-427D-A4FB-DDA4C7000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312E8-E9E1-4369-B706-000C14490CD1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A32E3-D1D5-46C6-AB63-9F796F5BE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DE672-2E16-4C2D-BE2B-5E484F172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45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9C132-9C22-4029-B989-13CBB40B5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E3EE7-F4CB-4065-A44E-0318879BB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B2CBC-33D2-4A33-B187-2CD7DA66C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92A57-0C17-44F8-9FE7-480FC6A1D0CC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BBEDA-6CC0-4558-9D29-AB6DD426B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A790F-764D-42B5-A732-7C09D26BA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41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30C65-FF2A-4010-8C73-BB6E5013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4171B-58EF-43B4-84A8-E189462C4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566F5-22D5-459C-990D-7013F4D8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3EFBE-F9A8-4F86-9089-2D6834AB3147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CC63D-E273-4AAA-95C9-E401177BF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CFC71-6835-40D7-B028-B3CB4223C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72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D4678-1CB9-4E61-9A69-472A205AB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61F08-F7B7-408E-BEDD-156B3EB71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C45BB-AABE-4D19-813B-EC4B59505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E3F09-087B-4D93-9258-8AF6657B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CCC4A-3732-4CC0-9D37-B4B2B1800C50}" type="datetime1">
              <a:rPr lang="en-US" smtClean="0"/>
              <a:t>8/24/2023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44505-AD8E-4AAE-91A7-1E3E3739C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EA56F-3ACC-4F18-9178-D44D8FC2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96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E4EF0-CA05-417F-B465-4F0A09295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F7286-079E-4D01-9619-DC462E593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19288F-0A0B-483F-BB13-3EDE5C3DA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A0B30-266B-488F-B6CB-4AD30D85D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90638-24C7-42C8-8931-B2B348493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666EBA-30E0-4DF0-96BE-62BE6AB5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D4C30-70FC-4026-B6AD-E4C221DADE1D}" type="datetime1">
              <a:rPr lang="en-US" smtClean="0"/>
              <a:t>8/24/2023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E8E635-E195-41C7-81C8-D33449361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80DF9-B1D9-49B8-81AF-4B716B67A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24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DFEEF-8D2B-4F54-B662-31AEFD3DB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297C29-F3EE-4250-9919-93948D0BE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E5C5-97A0-47C4-A20D-DF496B7B37E9}" type="datetime1">
              <a:rPr lang="en-US" smtClean="0"/>
              <a:t>8/24/2023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ADB8D-7767-4295-999A-A9CDFEC2C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48590-559B-4E6B-AF48-236BD7F81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43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AAAFAD-BAB5-47A0-9962-AC707DCEE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36C6-DB63-4253-A747-69861A283878}" type="datetime1">
              <a:rPr lang="en-US" smtClean="0"/>
              <a:t>8/24/2023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7E0FD4-2958-49A6-9B7B-5BCE813DA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CCC7F-90C7-40A3-A729-679A94EC8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96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927E8-8760-4B04-BDEF-1AC275A52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2E94A-ABB1-48E4-A3B6-4DA4142EC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4EB3F-9F7E-4886-B5A3-9143917E74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C9E36-A297-4BF1-AC4B-B05E7A564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4D8E6-D13F-4143-8026-6672EDBBD3CD}" type="datetime1">
              <a:rPr lang="en-US" smtClean="0"/>
              <a:t>8/24/2023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882DF-10C8-41FD-B12B-C4E3CD891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D6DCD-5CAB-493D-B90D-5FB3795C3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5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D295E-4A9D-40B5-962D-C4201C17D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576C82-F6F1-4481-84C6-40A1DE0A0A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8E40E7-4BEF-4AE8-A81B-8308860BF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D0C40-7C93-47EE-B801-F4B254FD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4BF74-BA74-4DC8-9090-518516FACD66}" type="datetime1">
              <a:rPr lang="en-US" smtClean="0"/>
              <a:t>8/24/2023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C15F7-71FB-46EE-9034-CEFA3785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B243A-27C1-407B-995C-C80EDDD3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94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3B020-63B9-4BF9-B46E-630CCA8D1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50300-809F-4B1C-BF1F-2C1EF82E1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D4618-E7CC-4722-B3AA-20767EE3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B417A-1EB6-4E3E-A08F-28E5CF32F8FF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C0B0F-962D-40AE-ABD3-0EA484E1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0AE87-E966-4036-A783-F3B961665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18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3D95C4-7F0B-4781-8E51-FCBD7CF6C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36C176-4EC6-451D-9FCF-4E0B4E798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42DD7-D7F2-4D2D-B342-780C9519A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5A8F3-1470-4E97-813C-C6D1796276CC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DD1C9-3310-40BF-A04F-E566FCA5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A0831-D597-4CA4-AB0B-B9DDC151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1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B9F031-B0EE-4257-8C48-672A5B27A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C5C53-8193-4B94-A5A2-9272C0FC2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540B0-D806-4E03-A997-E808A0A9AF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9370A-3C14-40B7-9D57-FE5DC3E31857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BE7AA-0209-485D-98A0-22386CF87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2E21E-194A-44F2-8CEA-40483DA3B7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7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115984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I/O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926E692-C2BA-4CA4-96A9-4894146636A4}"/>
              </a:ext>
            </a:extLst>
          </p:cNvPr>
          <p:cNvSpPr txBox="1"/>
          <p:nvPr/>
        </p:nvSpPr>
        <p:spPr>
          <a:xfrm>
            <a:off x="1530290" y="2069989"/>
            <a:ext cx="728116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I/O Streams in Java</a:t>
            </a:r>
          </a:p>
          <a:p>
            <a:pPr algn="ctr"/>
            <a:r>
              <a:rPr lang="en-US" sz="3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java.io package</a:t>
            </a:r>
            <a:endParaRPr lang="en-US" sz="60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5BEAD8-20C1-4935-1CCC-1B6AFC4C18D0}"/>
              </a:ext>
            </a:extLst>
          </p:cNvPr>
          <p:cNvSpPr txBox="1"/>
          <p:nvPr/>
        </p:nvSpPr>
        <p:spPr>
          <a:xfrm>
            <a:off x="3689266" y="3656892"/>
            <a:ext cx="30909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- IV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6372F14-E5D7-169A-BE00-BFA34599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Suryanarayana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437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7" name="Cylinder 6">
            <a:extLst>
              <a:ext uri="{FF2B5EF4-FFF2-40B4-BE49-F238E27FC236}">
                <a16:creationId xmlns:a16="http://schemas.microsoft.com/office/drawing/2014/main" id="{B6E7D258-C88D-9A0E-2487-00DAA36E4105}"/>
              </a:ext>
            </a:extLst>
          </p:cNvPr>
          <p:cNvSpPr/>
          <p:nvPr/>
        </p:nvSpPr>
        <p:spPr>
          <a:xfrm rot="16200000">
            <a:off x="3133165" y="1546412"/>
            <a:ext cx="1129553" cy="82027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41AF7F73-874B-CB34-C426-01C1F367C0C4}"/>
              </a:ext>
            </a:extLst>
          </p:cNvPr>
          <p:cNvSpPr/>
          <p:nvPr/>
        </p:nvSpPr>
        <p:spPr>
          <a:xfrm rot="16200000">
            <a:off x="2139620" y="977865"/>
            <a:ext cx="653598" cy="1952055"/>
          </a:xfrm>
          <a:prstGeom prst="ca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Flowchart: Direct Access Storage 13">
            <a:extLst>
              <a:ext uri="{FF2B5EF4-FFF2-40B4-BE49-F238E27FC236}">
                <a16:creationId xmlns:a16="http://schemas.microsoft.com/office/drawing/2014/main" id="{2108A315-4320-C47B-5E0D-26CC4A26CA6C}"/>
              </a:ext>
            </a:extLst>
          </p:cNvPr>
          <p:cNvSpPr/>
          <p:nvPr/>
        </p:nvSpPr>
        <p:spPr>
          <a:xfrm>
            <a:off x="6633294" y="2411266"/>
            <a:ext cx="747961" cy="1389295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Cylinder 12">
            <a:extLst>
              <a:ext uri="{FF2B5EF4-FFF2-40B4-BE49-F238E27FC236}">
                <a16:creationId xmlns:a16="http://schemas.microsoft.com/office/drawing/2014/main" id="{794BAC63-EE0C-1DAA-D910-EE4763C34BB0}"/>
              </a:ext>
            </a:extLst>
          </p:cNvPr>
          <p:cNvSpPr/>
          <p:nvPr/>
        </p:nvSpPr>
        <p:spPr>
          <a:xfrm rot="16200000">
            <a:off x="7792451" y="2109538"/>
            <a:ext cx="653598" cy="1952055"/>
          </a:xfrm>
          <a:prstGeom prst="ca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158FB3-434F-AB3C-CE15-896F51787D68}"/>
              </a:ext>
            </a:extLst>
          </p:cNvPr>
          <p:cNvSpPr txBox="1"/>
          <p:nvPr/>
        </p:nvSpPr>
        <p:spPr>
          <a:xfrm>
            <a:off x="3318002" y="998378"/>
            <a:ext cx="20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err="1"/>
              <a:t>PipedOutputStream</a:t>
            </a:r>
            <a:endParaRPr lang="en-IN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8E0563-6D07-3177-9B36-25CDA2EC34C4}"/>
              </a:ext>
            </a:extLst>
          </p:cNvPr>
          <p:cNvSpPr txBox="1"/>
          <p:nvPr/>
        </p:nvSpPr>
        <p:spPr>
          <a:xfrm>
            <a:off x="1312838" y="2314540"/>
            <a:ext cx="2005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err="1"/>
              <a:t>DataOutputStream</a:t>
            </a:r>
            <a:endParaRPr lang="en-IN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DBFFC3-3200-9A23-24E7-9B49C604DD7A}"/>
              </a:ext>
            </a:extLst>
          </p:cNvPr>
          <p:cNvSpPr txBox="1"/>
          <p:nvPr/>
        </p:nvSpPr>
        <p:spPr>
          <a:xfrm>
            <a:off x="7350141" y="2412964"/>
            <a:ext cx="1830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err="1"/>
              <a:t>DataInputStream</a:t>
            </a:r>
            <a:endParaRPr lang="en-IN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60B08A-A575-38FA-7EA4-61EB6944F0F9}"/>
              </a:ext>
            </a:extLst>
          </p:cNvPr>
          <p:cNvSpPr txBox="1"/>
          <p:nvPr/>
        </p:nvSpPr>
        <p:spPr>
          <a:xfrm>
            <a:off x="5464497" y="3742856"/>
            <a:ext cx="1922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err="1"/>
              <a:t>PipedInputStream</a:t>
            </a:r>
            <a:endParaRPr lang="en-IN" b="1" dirty="0"/>
          </a:p>
        </p:txBody>
      </p: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9C5B2E34-9A37-0928-04DE-771CD4E5E95D}"/>
              </a:ext>
            </a:extLst>
          </p:cNvPr>
          <p:cNvCxnSpPr/>
          <p:nvPr/>
        </p:nvCxnSpPr>
        <p:spPr>
          <a:xfrm>
            <a:off x="4210929" y="1953892"/>
            <a:ext cx="2297447" cy="1287434"/>
          </a:xfrm>
          <a:prstGeom prst="curvedConnector3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Cloud 28">
            <a:extLst>
              <a:ext uri="{FF2B5EF4-FFF2-40B4-BE49-F238E27FC236}">
                <a16:creationId xmlns:a16="http://schemas.microsoft.com/office/drawing/2014/main" id="{6C2A2DB4-40E9-37C2-4026-6A145A0223EA}"/>
              </a:ext>
            </a:extLst>
          </p:cNvPr>
          <p:cNvSpPr/>
          <p:nvPr/>
        </p:nvSpPr>
        <p:spPr>
          <a:xfrm>
            <a:off x="338903" y="291401"/>
            <a:ext cx="1567097" cy="1534373"/>
          </a:xfrm>
          <a:prstGeom prst="cloud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Thread1</a:t>
            </a:r>
          </a:p>
        </p:txBody>
      </p:sp>
      <p:sp>
        <p:nvSpPr>
          <p:cNvPr id="30" name="Cloud 29">
            <a:extLst>
              <a:ext uri="{FF2B5EF4-FFF2-40B4-BE49-F238E27FC236}">
                <a16:creationId xmlns:a16="http://schemas.microsoft.com/office/drawing/2014/main" id="{6A0620A4-30A6-9863-2845-E1914F0A9504}"/>
              </a:ext>
            </a:extLst>
          </p:cNvPr>
          <p:cNvSpPr/>
          <p:nvPr/>
        </p:nvSpPr>
        <p:spPr>
          <a:xfrm>
            <a:off x="9083858" y="2393407"/>
            <a:ext cx="1567097" cy="1534373"/>
          </a:xfrm>
          <a:prstGeom prst="cloud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Thread2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088341-42A1-63F6-D01D-3A13282021FF}"/>
              </a:ext>
            </a:extLst>
          </p:cNvPr>
          <p:cNvSpPr txBox="1"/>
          <p:nvPr/>
        </p:nvSpPr>
        <p:spPr>
          <a:xfrm>
            <a:off x="1414812" y="2676499"/>
            <a:ext cx="1995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dirty="0" err="1"/>
              <a:t>dos.writeBytes</a:t>
            </a:r>
            <a:r>
              <a:rPr lang="en-IN" b="1" i="1" dirty="0"/>
              <a:t>(str)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C1A65B-B478-E242-2948-7975A95B718C}"/>
              </a:ext>
            </a:extLst>
          </p:cNvPr>
          <p:cNvSpPr txBox="1"/>
          <p:nvPr/>
        </p:nvSpPr>
        <p:spPr>
          <a:xfrm>
            <a:off x="7418901" y="3450786"/>
            <a:ext cx="1485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dirty="0" err="1"/>
              <a:t>dis.readLine</a:t>
            </a:r>
            <a:r>
              <a:rPr lang="en-IN" b="1" i="1" dirty="0"/>
              <a:t>()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553914-27CC-CAFA-1880-8682B47AFA70}"/>
              </a:ext>
            </a:extLst>
          </p:cNvPr>
          <p:cNvSpPr txBox="1"/>
          <p:nvPr/>
        </p:nvSpPr>
        <p:spPr>
          <a:xfrm>
            <a:off x="388616" y="4021696"/>
            <a:ext cx="889839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 err="1"/>
              <a:t>PipedInputStream</a:t>
            </a:r>
            <a:r>
              <a:rPr lang="en-IN" b="1" dirty="0"/>
              <a:t>:</a:t>
            </a:r>
          </a:p>
          <a:p>
            <a:pPr algn="just"/>
            <a:r>
              <a:rPr lang="en-IN" dirty="0"/>
              <a:t>A piped input stream should be connected to a piped output stream; the piped input stream then provides whatever data bytes are written to the piped output stream. Typically, data is read from a </a:t>
            </a:r>
            <a:r>
              <a:rPr lang="en-IN" dirty="0" err="1"/>
              <a:t>PipedInputStream</a:t>
            </a:r>
            <a:r>
              <a:rPr lang="en-IN" dirty="0"/>
              <a:t> object by one thread and data is written to the corresponding </a:t>
            </a:r>
            <a:r>
              <a:rPr lang="en-IN" dirty="0" err="1"/>
              <a:t>PipedOutputStream</a:t>
            </a:r>
            <a:r>
              <a:rPr lang="en-IN" dirty="0"/>
              <a:t> by some other thread. Attempting to use both objects from a single thread is not recommended, as it may deadlock the thread. The piped input stream contains a buffer, decoupling read operations from write operations, within limits. A pipe is said to be broken if a thread that was providing data bytes to the connected piped output stream is no longer alive.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474B05-9ADE-AD82-61C5-8D17260E1BE5}"/>
              </a:ext>
            </a:extLst>
          </p:cNvPr>
          <p:cNvSpPr txBox="1"/>
          <p:nvPr/>
        </p:nvSpPr>
        <p:spPr>
          <a:xfrm>
            <a:off x="5099793" y="1657587"/>
            <a:ext cx="454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 err="1"/>
              <a:t>IOStream+MultiThreading</a:t>
            </a:r>
            <a:r>
              <a:rPr lang="en-IN" b="1" dirty="0"/>
              <a:t> =&gt; </a:t>
            </a:r>
            <a:r>
              <a:rPr lang="en-IN" b="1" dirty="0" err="1"/>
              <a:t>PipedStream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B3BD2A-4996-2862-42E8-7694E74D1733}"/>
              </a:ext>
            </a:extLst>
          </p:cNvPr>
          <p:cNvSpPr txBox="1"/>
          <p:nvPr/>
        </p:nvSpPr>
        <p:spPr>
          <a:xfrm>
            <a:off x="5504677" y="718823"/>
            <a:ext cx="51172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Piping is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 mechanism where we provide the output of one stream as the input to another stream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</a:t>
            </a:r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196D1D6-3749-A548-976F-687D1BC3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297035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07A079E-D058-522C-7EA9-41BC9FB6687F}"/>
              </a:ext>
            </a:extLst>
          </p:cNvPr>
          <p:cNvSpPr txBox="1"/>
          <p:nvPr/>
        </p:nvSpPr>
        <p:spPr>
          <a:xfrm>
            <a:off x="363072" y="743285"/>
            <a:ext cx="623636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// DataThread.java</a:t>
            </a:r>
          </a:p>
          <a:p>
            <a:r>
              <a:rPr lang="en-IN" dirty="0"/>
              <a:t>import java.io.*;</a:t>
            </a:r>
          </a:p>
          <a:p>
            <a:r>
              <a:rPr lang="en-IN" dirty="0"/>
              <a:t>public class </a:t>
            </a:r>
            <a:r>
              <a:rPr lang="en-IN" dirty="0" err="1"/>
              <a:t>DataThread</a:t>
            </a:r>
            <a:r>
              <a:rPr lang="en-IN" dirty="0"/>
              <a:t> extends Thread {</a:t>
            </a:r>
          </a:p>
          <a:p>
            <a:endParaRPr lang="en-IN" dirty="0"/>
          </a:p>
          <a:p>
            <a:r>
              <a:rPr lang="en-IN" dirty="0"/>
              <a:t>  String str="</a:t>
            </a:r>
            <a:r>
              <a:rPr lang="en-IN" dirty="0" err="1"/>
              <a:t>AbCd</a:t>
            </a:r>
            <a:r>
              <a:rPr lang="en-IN" dirty="0"/>
              <a:t>*</a:t>
            </a:r>
            <a:r>
              <a:rPr lang="en-IN" dirty="0" err="1"/>
              <a:t>EfG</a:t>
            </a:r>
            <a:r>
              <a:rPr lang="en-IN" dirty="0"/>
              <a:t> </a:t>
            </a:r>
            <a:r>
              <a:rPr lang="en-IN" dirty="0" err="1"/>
              <a:t>hIjKl</a:t>
            </a:r>
            <a:r>
              <a:rPr lang="en-IN" dirty="0"/>
              <a:t>, Mn";</a:t>
            </a:r>
          </a:p>
          <a:p>
            <a:r>
              <a:rPr lang="en-IN" dirty="0"/>
              <a:t>  </a:t>
            </a:r>
            <a:r>
              <a:rPr lang="en-IN" dirty="0" err="1"/>
              <a:t>OutputStream</a:t>
            </a:r>
            <a:r>
              <a:rPr lang="en-IN" dirty="0"/>
              <a:t> ostream1;</a:t>
            </a:r>
          </a:p>
          <a:p>
            <a:endParaRPr lang="en-IN" dirty="0"/>
          </a:p>
          <a:p>
            <a:r>
              <a:rPr lang="en-IN" dirty="0"/>
              <a:t>  public </a:t>
            </a:r>
            <a:r>
              <a:rPr lang="en-IN" dirty="0" err="1"/>
              <a:t>DataThread</a:t>
            </a:r>
            <a:r>
              <a:rPr lang="en-IN" dirty="0"/>
              <a:t>(</a:t>
            </a:r>
            <a:r>
              <a:rPr lang="en-IN" dirty="0" err="1"/>
              <a:t>OutputStream</a:t>
            </a:r>
            <a:r>
              <a:rPr lang="en-IN" dirty="0"/>
              <a:t> ostream2) {</a:t>
            </a:r>
          </a:p>
          <a:p>
            <a:r>
              <a:rPr lang="en-IN" dirty="0"/>
              <a:t>    ostream1=ostream2;</a:t>
            </a:r>
          </a:p>
          <a:p>
            <a:r>
              <a:rPr lang="en-IN" dirty="0"/>
              <a:t>  }</a:t>
            </a:r>
          </a:p>
          <a:p>
            <a:endParaRPr lang="en-IN" dirty="0"/>
          </a:p>
          <a:p>
            <a:r>
              <a:rPr lang="en-IN" dirty="0"/>
              <a:t>  public void run() {</a:t>
            </a:r>
          </a:p>
          <a:p>
            <a:r>
              <a:rPr lang="en-IN" dirty="0"/>
              <a:t>    try {</a:t>
            </a:r>
          </a:p>
          <a:p>
            <a:r>
              <a:rPr lang="en-IN" dirty="0"/>
              <a:t>      </a:t>
            </a:r>
            <a:r>
              <a:rPr lang="en-IN" dirty="0" err="1"/>
              <a:t>System.out.println</a:t>
            </a:r>
            <a:r>
              <a:rPr lang="en-IN" dirty="0"/>
              <a:t>("Original data : "+str);</a:t>
            </a:r>
          </a:p>
          <a:p>
            <a:r>
              <a:rPr lang="en-IN" dirty="0"/>
              <a:t>      </a:t>
            </a:r>
            <a:r>
              <a:rPr lang="en-IN" dirty="0" err="1"/>
              <a:t>DataOutputStream</a:t>
            </a:r>
            <a:r>
              <a:rPr lang="en-IN" dirty="0"/>
              <a:t> dos=new </a:t>
            </a:r>
            <a:r>
              <a:rPr lang="en-IN" dirty="0" err="1"/>
              <a:t>DataOutputStream</a:t>
            </a:r>
            <a:r>
              <a:rPr lang="en-IN" dirty="0"/>
              <a:t>(ostream1);</a:t>
            </a:r>
          </a:p>
          <a:p>
            <a:r>
              <a:rPr lang="en-IN" dirty="0"/>
              <a:t>      </a:t>
            </a:r>
            <a:r>
              <a:rPr lang="en-IN" dirty="0" err="1"/>
              <a:t>dos.writeBytes</a:t>
            </a:r>
            <a:r>
              <a:rPr lang="en-IN" dirty="0"/>
              <a:t>(str);</a:t>
            </a:r>
          </a:p>
          <a:p>
            <a:r>
              <a:rPr lang="en-IN" dirty="0"/>
              <a:t>      </a:t>
            </a:r>
            <a:r>
              <a:rPr lang="en-IN" dirty="0" err="1"/>
              <a:t>dos.close</a:t>
            </a:r>
            <a:r>
              <a:rPr lang="en-IN" dirty="0"/>
              <a:t>();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  catch(Exception e) {}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D1921B-8C8A-2C97-24D1-D73C144D1231}"/>
              </a:ext>
            </a:extLst>
          </p:cNvPr>
          <p:cNvSpPr txBox="1"/>
          <p:nvPr/>
        </p:nvSpPr>
        <p:spPr>
          <a:xfrm>
            <a:off x="5592560" y="1819704"/>
            <a:ext cx="6138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Piping is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 mechanism where we provide the output of one stream as the input to another stream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</a:t>
            </a:r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5BEAB0B-E74E-50A2-8C7C-83041EF18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468169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07A079E-D058-522C-7EA9-41BC9FB6687F}"/>
              </a:ext>
            </a:extLst>
          </p:cNvPr>
          <p:cNvSpPr txBox="1"/>
          <p:nvPr/>
        </p:nvSpPr>
        <p:spPr>
          <a:xfrm>
            <a:off x="363072" y="729838"/>
            <a:ext cx="623636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// PIPOSDemo8.java</a:t>
            </a:r>
          </a:p>
          <a:p>
            <a:pPr algn="just"/>
            <a:r>
              <a:rPr lang="en-IN" dirty="0"/>
              <a:t>import java.io.*;</a:t>
            </a:r>
          </a:p>
          <a:p>
            <a:pPr algn="just"/>
            <a:r>
              <a:rPr lang="en-IN" dirty="0"/>
              <a:t>public class PIPOSDemo8 {</a:t>
            </a:r>
          </a:p>
          <a:p>
            <a:pPr algn="just"/>
            <a:r>
              <a:rPr lang="en-IN" dirty="0"/>
              <a:t>  public static void main(String rags[]) throws Exception {</a:t>
            </a:r>
          </a:p>
          <a:p>
            <a:pPr algn="just"/>
            <a:r>
              <a:rPr lang="en-IN" dirty="0"/>
              <a:t>	  </a:t>
            </a:r>
            <a:r>
              <a:rPr lang="en-IN" dirty="0" err="1"/>
              <a:t>PipedOutputStream</a:t>
            </a:r>
            <a:r>
              <a:rPr lang="en-IN" dirty="0"/>
              <a:t> </a:t>
            </a:r>
            <a:r>
              <a:rPr lang="en-IN" dirty="0" err="1"/>
              <a:t>pos</a:t>
            </a:r>
            <a:r>
              <a:rPr lang="en-IN" dirty="0"/>
              <a:t>=new </a:t>
            </a:r>
            <a:r>
              <a:rPr lang="en-IN" dirty="0" err="1"/>
              <a:t>PipedOutputStream</a:t>
            </a:r>
            <a:r>
              <a:rPr lang="en-IN" dirty="0"/>
              <a:t>();</a:t>
            </a:r>
          </a:p>
          <a:p>
            <a:pPr algn="just"/>
            <a:r>
              <a:rPr lang="en-IN" dirty="0"/>
              <a:t>	  </a:t>
            </a:r>
            <a:r>
              <a:rPr lang="en-IN" dirty="0" err="1"/>
              <a:t>PipedInputStream</a:t>
            </a:r>
            <a:r>
              <a:rPr lang="en-IN" dirty="0"/>
              <a:t> </a:t>
            </a:r>
            <a:r>
              <a:rPr lang="en-IN" dirty="0" err="1"/>
              <a:t>pis</a:t>
            </a:r>
            <a:r>
              <a:rPr lang="en-IN" dirty="0"/>
              <a:t>=new </a:t>
            </a:r>
            <a:r>
              <a:rPr lang="en-IN" dirty="0" err="1"/>
              <a:t>PipedInputStream</a:t>
            </a:r>
            <a:r>
              <a:rPr lang="en-IN" dirty="0"/>
              <a:t>(</a:t>
            </a:r>
            <a:r>
              <a:rPr lang="en-IN" dirty="0" err="1"/>
              <a:t>pos</a:t>
            </a:r>
            <a:r>
              <a:rPr lang="en-IN" dirty="0"/>
              <a:t>);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	  </a:t>
            </a:r>
            <a:r>
              <a:rPr lang="en-IN" dirty="0" err="1"/>
              <a:t>DataThread</a:t>
            </a:r>
            <a:r>
              <a:rPr lang="en-IN" dirty="0"/>
              <a:t> dt=new </a:t>
            </a:r>
            <a:r>
              <a:rPr lang="en-IN" dirty="0" err="1"/>
              <a:t>DataThread</a:t>
            </a:r>
            <a:r>
              <a:rPr lang="en-IN" dirty="0"/>
              <a:t>(</a:t>
            </a:r>
            <a:r>
              <a:rPr lang="en-IN" dirty="0" err="1"/>
              <a:t>pos</a:t>
            </a:r>
            <a:r>
              <a:rPr lang="en-IN" dirty="0"/>
              <a:t>);</a:t>
            </a:r>
          </a:p>
          <a:p>
            <a:pPr algn="just"/>
            <a:r>
              <a:rPr lang="en-IN" dirty="0"/>
              <a:t>	  </a:t>
            </a:r>
            <a:r>
              <a:rPr lang="en-IN" dirty="0" err="1"/>
              <a:t>dt.start</a:t>
            </a:r>
            <a:r>
              <a:rPr lang="en-IN" dirty="0"/>
              <a:t>();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	  </a:t>
            </a:r>
            <a:r>
              <a:rPr lang="en-IN" dirty="0" err="1"/>
              <a:t>DataInputStream</a:t>
            </a:r>
            <a:r>
              <a:rPr lang="en-IN" dirty="0"/>
              <a:t> dis=new </a:t>
            </a:r>
            <a:r>
              <a:rPr lang="en-IN" dirty="0" err="1"/>
              <a:t>DataInputStream</a:t>
            </a:r>
            <a:r>
              <a:rPr lang="en-IN" dirty="0"/>
              <a:t>(</a:t>
            </a:r>
            <a:r>
              <a:rPr lang="en-IN" dirty="0" err="1"/>
              <a:t>pis</a:t>
            </a:r>
            <a:r>
              <a:rPr lang="en-IN" dirty="0"/>
              <a:t>);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	  String s1=</a:t>
            </a:r>
            <a:r>
              <a:rPr lang="en-IN" dirty="0" err="1"/>
              <a:t>dis.readLine</a:t>
            </a:r>
            <a:r>
              <a:rPr lang="en-IN" dirty="0"/>
              <a:t>();</a:t>
            </a:r>
          </a:p>
          <a:p>
            <a:pPr algn="just"/>
            <a:r>
              <a:rPr lang="en-IN" dirty="0"/>
              <a:t>	  </a:t>
            </a:r>
            <a:r>
              <a:rPr lang="en-IN" dirty="0" err="1"/>
              <a:t>dis.close</a:t>
            </a:r>
            <a:r>
              <a:rPr lang="en-IN" dirty="0"/>
              <a:t>();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A60086-0ABB-F02F-6C47-69AC5B7D71CB}"/>
              </a:ext>
            </a:extLst>
          </p:cNvPr>
          <p:cNvSpPr txBox="1"/>
          <p:nvPr/>
        </p:nvSpPr>
        <p:spPr>
          <a:xfrm>
            <a:off x="5782061" y="1287810"/>
            <a:ext cx="613858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	  for(int </a:t>
            </a:r>
            <a:r>
              <a:rPr lang="en-IN" dirty="0" err="1"/>
              <a:t>i</a:t>
            </a:r>
            <a:r>
              <a:rPr lang="en-IN" dirty="0"/>
              <a:t>=0;i&lt;s1.length();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pPr algn="just"/>
            <a:r>
              <a:rPr lang="en-IN" dirty="0"/>
              <a:t>	    char </a:t>
            </a:r>
            <a:r>
              <a:rPr lang="en-IN" dirty="0" err="1"/>
              <a:t>ch</a:t>
            </a:r>
            <a:r>
              <a:rPr lang="en-IN" dirty="0"/>
              <a:t>=s1.charAt(</a:t>
            </a:r>
            <a:r>
              <a:rPr lang="en-IN" dirty="0" err="1"/>
              <a:t>i</a:t>
            </a:r>
            <a:r>
              <a:rPr lang="en-IN" dirty="0"/>
              <a:t>);</a:t>
            </a:r>
          </a:p>
          <a:p>
            <a:pPr algn="just"/>
            <a:r>
              <a:rPr lang="en-IN" dirty="0"/>
              <a:t>	    if(</a:t>
            </a:r>
            <a:r>
              <a:rPr lang="en-IN" dirty="0" err="1"/>
              <a:t>Character.isUpperCase</a:t>
            </a:r>
            <a:r>
              <a:rPr lang="en-IN" dirty="0"/>
              <a:t>(</a:t>
            </a:r>
            <a:r>
              <a:rPr lang="en-IN" dirty="0" err="1"/>
              <a:t>ch</a:t>
            </a:r>
            <a:r>
              <a:rPr lang="en-IN" dirty="0"/>
              <a:t>))</a:t>
            </a:r>
          </a:p>
          <a:p>
            <a:pPr algn="just"/>
            <a:r>
              <a:rPr lang="en-IN" dirty="0"/>
              <a:t>	      </a:t>
            </a:r>
            <a:r>
              <a:rPr lang="en-IN" dirty="0" err="1"/>
              <a:t>System.out.print</a:t>
            </a:r>
            <a:r>
              <a:rPr lang="en-IN" dirty="0"/>
              <a:t>(</a:t>
            </a:r>
            <a:r>
              <a:rPr lang="en-IN" dirty="0" err="1"/>
              <a:t>Character.toLowerCase</a:t>
            </a:r>
            <a:r>
              <a:rPr lang="en-IN" dirty="0"/>
              <a:t>(</a:t>
            </a:r>
            <a:r>
              <a:rPr lang="en-IN" dirty="0" err="1"/>
              <a:t>ch</a:t>
            </a:r>
            <a:r>
              <a:rPr lang="en-IN" dirty="0"/>
              <a:t>)+" ");</a:t>
            </a:r>
          </a:p>
          <a:p>
            <a:pPr algn="just"/>
            <a:r>
              <a:rPr lang="en-IN" dirty="0"/>
              <a:t>	    else </a:t>
            </a:r>
          </a:p>
          <a:p>
            <a:pPr algn="just"/>
            <a:r>
              <a:rPr lang="en-IN" dirty="0"/>
              <a:t>	    if(</a:t>
            </a:r>
            <a:r>
              <a:rPr lang="en-IN" dirty="0" err="1"/>
              <a:t>Character.isLowerCase</a:t>
            </a:r>
            <a:r>
              <a:rPr lang="en-IN" dirty="0"/>
              <a:t>(</a:t>
            </a:r>
            <a:r>
              <a:rPr lang="en-IN" dirty="0" err="1"/>
              <a:t>ch</a:t>
            </a:r>
            <a:r>
              <a:rPr lang="en-IN" dirty="0"/>
              <a:t>))</a:t>
            </a:r>
          </a:p>
          <a:p>
            <a:pPr algn="just"/>
            <a:r>
              <a:rPr lang="en-IN" dirty="0"/>
              <a:t>	      </a:t>
            </a:r>
            <a:r>
              <a:rPr lang="en-IN" dirty="0" err="1"/>
              <a:t>System.out.print</a:t>
            </a:r>
            <a:r>
              <a:rPr lang="en-IN" dirty="0"/>
              <a:t>(</a:t>
            </a:r>
            <a:r>
              <a:rPr lang="en-IN" dirty="0" err="1"/>
              <a:t>Character.toUpperCase</a:t>
            </a:r>
            <a:r>
              <a:rPr lang="en-IN" dirty="0"/>
              <a:t>(</a:t>
            </a:r>
            <a:r>
              <a:rPr lang="en-IN" dirty="0" err="1"/>
              <a:t>ch</a:t>
            </a:r>
            <a:r>
              <a:rPr lang="en-IN" dirty="0"/>
              <a:t>)+" ");</a:t>
            </a:r>
          </a:p>
          <a:p>
            <a:pPr algn="just"/>
            <a:r>
              <a:rPr lang="en-IN" dirty="0"/>
              <a:t>	    else </a:t>
            </a:r>
          </a:p>
          <a:p>
            <a:pPr algn="just"/>
            <a:r>
              <a:rPr lang="en-IN" dirty="0"/>
              <a:t>	      </a:t>
            </a:r>
            <a:r>
              <a:rPr lang="en-IN" dirty="0" err="1"/>
              <a:t>System.out.print</a:t>
            </a:r>
            <a:r>
              <a:rPr lang="en-IN" dirty="0"/>
              <a:t>(</a:t>
            </a:r>
            <a:r>
              <a:rPr lang="en-IN" dirty="0" err="1"/>
              <a:t>ch</a:t>
            </a:r>
            <a:r>
              <a:rPr lang="en-IN" dirty="0"/>
              <a:t>);</a:t>
            </a:r>
          </a:p>
          <a:p>
            <a:pPr algn="just"/>
            <a:r>
              <a:rPr lang="en-IN" dirty="0"/>
              <a:t>	  }</a:t>
            </a:r>
          </a:p>
          <a:p>
            <a:pPr algn="just"/>
            <a:r>
              <a:rPr lang="en-IN" dirty="0"/>
              <a:t>  }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}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9B81760-DA3E-D0FD-0033-725073E8F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2423085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9B1852-A1F1-F6C9-D455-00FC16711C7B}"/>
              </a:ext>
            </a:extLst>
          </p:cNvPr>
          <p:cNvSpPr/>
          <p:nvPr/>
        </p:nvSpPr>
        <p:spPr>
          <a:xfrm>
            <a:off x="310101" y="741216"/>
            <a:ext cx="6236368" cy="6486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 err="1"/>
              <a:t>SequenceInputStream</a:t>
            </a:r>
            <a:endParaRPr lang="en-IN" sz="24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6D1C25-BC31-A61C-88F7-9CC2C7CF08FD}"/>
              </a:ext>
            </a:extLst>
          </p:cNvPr>
          <p:cNvSpPr txBox="1"/>
          <p:nvPr/>
        </p:nvSpPr>
        <p:spPr>
          <a:xfrm>
            <a:off x="358994" y="1433812"/>
            <a:ext cx="1112780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Java </a:t>
            </a:r>
            <a:r>
              <a:rPr lang="en-IN" dirty="0" err="1"/>
              <a:t>SequenceInputStream</a:t>
            </a:r>
            <a:r>
              <a:rPr lang="en-IN" dirty="0"/>
              <a:t> reads data from </a:t>
            </a:r>
            <a:r>
              <a:rPr lang="en-IN" dirty="0" err="1"/>
              <a:t>mutiple</a:t>
            </a:r>
            <a:r>
              <a:rPr lang="en-IN" dirty="0"/>
              <a:t> </a:t>
            </a:r>
            <a:r>
              <a:rPr lang="en-IN" dirty="0" err="1"/>
              <a:t>inputstreams</a:t>
            </a:r>
            <a:r>
              <a:rPr lang="en-IN" dirty="0"/>
              <a:t> sequentially/one-by-one. 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Take two .txt file, create two </a:t>
            </a:r>
            <a:r>
              <a:rPr lang="en-IN" dirty="0" err="1"/>
              <a:t>FileInputStream</a:t>
            </a:r>
            <a:r>
              <a:rPr lang="en-IN" dirty="0"/>
              <a:t> class object using both text files, pass both of them as arguments into </a:t>
            </a:r>
            <a:r>
              <a:rPr lang="en-IN" dirty="0" err="1"/>
              <a:t>SequenceInputStream</a:t>
            </a:r>
            <a:r>
              <a:rPr lang="en-IN" dirty="0"/>
              <a:t> class constructor, create </a:t>
            </a:r>
            <a:r>
              <a:rPr lang="en-IN" dirty="0" err="1"/>
              <a:t>SequenceInputStresm</a:t>
            </a:r>
            <a:r>
              <a:rPr lang="en-IN" dirty="0"/>
              <a:t> objects, then call write method on sis object, the sis reads data from both </a:t>
            </a:r>
            <a:r>
              <a:rPr lang="en-IN" dirty="0" err="1"/>
              <a:t>inputstream</a:t>
            </a:r>
            <a:r>
              <a:rPr lang="en-IN" dirty="0"/>
              <a:t> objects/files one-one/sequentially and returns the output.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From this we understood that if we want to read data from more than file we can use </a:t>
            </a:r>
            <a:r>
              <a:rPr lang="en-IN" dirty="0" err="1"/>
              <a:t>SequenceInputStream</a:t>
            </a:r>
            <a:r>
              <a:rPr lang="en-IN" dirty="0"/>
              <a:t> class object.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E371B6-AB4A-E4B9-62DE-5AB849121FC0}"/>
              </a:ext>
            </a:extLst>
          </p:cNvPr>
          <p:cNvSpPr txBox="1"/>
          <p:nvPr/>
        </p:nvSpPr>
        <p:spPr>
          <a:xfrm>
            <a:off x="377677" y="3776868"/>
            <a:ext cx="890933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600" dirty="0"/>
              <a:t>You may get one doubt saying because </a:t>
            </a:r>
            <a:r>
              <a:rPr lang="en-IN" sz="1600" dirty="0" err="1"/>
              <a:t>SequenceInputStream</a:t>
            </a:r>
            <a:r>
              <a:rPr lang="en-IN" sz="1600" dirty="0"/>
              <a:t> class constructor is taking only two </a:t>
            </a:r>
            <a:r>
              <a:rPr lang="en-IN" sz="1600" dirty="0" err="1"/>
              <a:t>InputStream</a:t>
            </a:r>
            <a:r>
              <a:rPr lang="en-IN" sz="1600" dirty="0"/>
              <a:t> class objects, how can it read from multiple stream?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dirty="0"/>
              <a:t>For that one more constructor is given in </a:t>
            </a:r>
            <a:r>
              <a:rPr lang="en-IN" sz="1600" dirty="0" err="1"/>
              <a:t>SequenceInputStream</a:t>
            </a:r>
            <a:r>
              <a:rPr lang="en-IN" sz="1600" dirty="0"/>
              <a:t> class that takes Enumeration object as argument.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dirty="0"/>
              <a:t>How Enumeration object can be created?</a:t>
            </a:r>
          </a:p>
          <a:p>
            <a:pPr algn="just"/>
            <a:r>
              <a:rPr lang="en-IN" sz="1600" dirty="0"/>
              <a:t>Do one thing create one Vector class object, store more than one </a:t>
            </a:r>
            <a:r>
              <a:rPr lang="en-IN" sz="1600" dirty="0" err="1"/>
              <a:t>InputStream</a:t>
            </a:r>
            <a:r>
              <a:rPr lang="en-IN" sz="1600" dirty="0"/>
              <a:t> object into it and call </a:t>
            </a:r>
            <a:r>
              <a:rPr lang="en-IN" sz="1600" dirty="0" err="1"/>
              <a:t>v.elements</a:t>
            </a:r>
            <a:r>
              <a:rPr lang="en-IN" sz="1600" dirty="0"/>
              <a:t>() method that returns Enumeration object as argument, pass that object as argument into second constructor of </a:t>
            </a:r>
            <a:r>
              <a:rPr lang="en-IN" sz="1600" dirty="0" err="1"/>
              <a:t>SequenceInputStream</a:t>
            </a:r>
            <a:r>
              <a:rPr lang="en-IN" sz="1600" dirty="0"/>
              <a:t> class constructor and start calling read() method that reads data from multiple files.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7FA930C-C63B-AE0B-C60C-AC0359F3F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12473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9B1852-A1F1-F6C9-D455-00FC16711C7B}"/>
              </a:ext>
            </a:extLst>
          </p:cNvPr>
          <p:cNvSpPr/>
          <p:nvPr/>
        </p:nvSpPr>
        <p:spPr>
          <a:xfrm>
            <a:off x="310101" y="741216"/>
            <a:ext cx="6236368" cy="6486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 err="1"/>
              <a:t>SequenceInputStream</a:t>
            </a:r>
            <a:endParaRPr lang="en-IN" sz="24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6D1C25-BC31-A61C-88F7-9CC2C7CF08FD}"/>
              </a:ext>
            </a:extLst>
          </p:cNvPr>
          <p:cNvSpPr txBox="1"/>
          <p:nvPr/>
        </p:nvSpPr>
        <p:spPr>
          <a:xfrm>
            <a:off x="358994" y="1433812"/>
            <a:ext cx="1112780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 err="1"/>
              <a:t>SequenceInputStream</a:t>
            </a:r>
            <a:r>
              <a:rPr lang="en-IN" dirty="0"/>
              <a:t> class is having 2 constructors</a:t>
            </a:r>
          </a:p>
          <a:p>
            <a:pPr algn="just"/>
            <a:endParaRPr lang="en-IN" dirty="0"/>
          </a:p>
          <a:p>
            <a:pPr algn="just"/>
            <a:r>
              <a:rPr lang="en-US" dirty="0"/>
              <a:t>	</a:t>
            </a:r>
            <a:r>
              <a:rPr lang="en-US" dirty="0" err="1"/>
              <a:t>SequenceInputStream</a:t>
            </a:r>
            <a:r>
              <a:rPr lang="en-US" dirty="0"/>
              <a:t>(</a:t>
            </a:r>
            <a:r>
              <a:rPr lang="en-US" dirty="0" err="1"/>
              <a:t>InputStream</a:t>
            </a:r>
            <a:r>
              <a:rPr lang="en-US" dirty="0"/>
              <a:t> s1, </a:t>
            </a:r>
            <a:r>
              <a:rPr lang="en-US" dirty="0" err="1"/>
              <a:t>InputStream</a:t>
            </a:r>
            <a:r>
              <a:rPr lang="en-US" dirty="0"/>
              <a:t> s2)</a:t>
            </a:r>
          </a:p>
          <a:p>
            <a:pPr algn="just"/>
            <a:endParaRPr lang="en-US" dirty="0"/>
          </a:p>
          <a:p>
            <a:pPr algn="just"/>
            <a:r>
              <a:rPr lang="en-IN" dirty="0"/>
              <a:t>	</a:t>
            </a:r>
            <a:r>
              <a:rPr lang="en-IN" dirty="0" err="1"/>
              <a:t>SequenceInputStream</a:t>
            </a:r>
            <a:r>
              <a:rPr lang="en-IN" dirty="0"/>
              <a:t>(Enumeration e)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As we already know 2 methods are there </a:t>
            </a:r>
          </a:p>
          <a:p>
            <a:pPr algn="just"/>
            <a:r>
              <a:rPr lang="en-US" dirty="0"/>
              <a:t>	int read() this can read byte-byte</a:t>
            </a:r>
          </a:p>
          <a:p>
            <a:pPr algn="just"/>
            <a:r>
              <a:rPr lang="en-US" dirty="0"/>
              <a:t>	int read(byte[] </a:t>
            </a:r>
            <a:r>
              <a:rPr lang="en-US" dirty="0" err="1"/>
              <a:t>ary</a:t>
            </a:r>
            <a:r>
              <a:rPr lang="en-US" dirty="0"/>
              <a:t>, int off, int </a:t>
            </a:r>
            <a:r>
              <a:rPr lang="en-US" dirty="0" err="1"/>
              <a:t>len</a:t>
            </a:r>
            <a:r>
              <a:rPr lang="en-US" dirty="0"/>
              <a:t>) this can read byte[] array of data at a time </a:t>
            </a:r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2132C58-07C5-C024-9650-CC9C3903C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2512839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9B1852-A1F1-F6C9-D455-00FC16711C7B}"/>
              </a:ext>
            </a:extLst>
          </p:cNvPr>
          <p:cNvSpPr/>
          <p:nvPr/>
        </p:nvSpPr>
        <p:spPr>
          <a:xfrm>
            <a:off x="310101" y="741216"/>
            <a:ext cx="6236368" cy="6486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 err="1"/>
              <a:t>SequenceInputStream</a:t>
            </a:r>
            <a:endParaRPr lang="en-IN" sz="24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6D1C25-BC31-A61C-88F7-9CC2C7CF08FD}"/>
              </a:ext>
            </a:extLst>
          </p:cNvPr>
          <p:cNvSpPr txBox="1"/>
          <p:nvPr/>
        </p:nvSpPr>
        <p:spPr>
          <a:xfrm>
            <a:off x="358994" y="1433812"/>
            <a:ext cx="68217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one.txt:</a:t>
            </a:r>
          </a:p>
          <a:p>
            <a:pPr algn="just"/>
            <a:r>
              <a:rPr lang="en-US" dirty="0" err="1"/>
              <a:t>Iam</a:t>
            </a:r>
            <a:r>
              <a:rPr lang="en-US" dirty="0"/>
              <a:t> one.txt file content.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two.txt:</a:t>
            </a:r>
          </a:p>
          <a:p>
            <a:pPr algn="just"/>
            <a:r>
              <a:rPr lang="en-US" dirty="0" err="1"/>
              <a:t>Iam</a:t>
            </a:r>
            <a:r>
              <a:rPr lang="en-US" dirty="0"/>
              <a:t> two.txt file content.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B5FFC9-13C8-9562-A1DC-FF32AC9E4D37}"/>
              </a:ext>
            </a:extLst>
          </p:cNvPr>
          <p:cNvSpPr txBox="1"/>
          <p:nvPr/>
        </p:nvSpPr>
        <p:spPr>
          <a:xfrm>
            <a:off x="6983475" y="966130"/>
            <a:ext cx="290120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 int </a:t>
            </a:r>
            <a:r>
              <a:rPr lang="en-IN" dirty="0" err="1"/>
              <a:t>i</a:t>
            </a:r>
            <a:r>
              <a:rPr lang="en-IN" dirty="0"/>
              <a:t>=</a:t>
            </a:r>
            <a:r>
              <a:rPr lang="en-IN" dirty="0" err="1"/>
              <a:t>sis.read</a:t>
            </a:r>
            <a:r>
              <a:rPr lang="en-IN" dirty="0"/>
              <a:t>();    </a:t>
            </a:r>
          </a:p>
          <a:p>
            <a:pPr algn="just"/>
            <a:r>
              <a:rPr lang="en-IN" dirty="0"/>
              <a:t>   while(</a:t>
            </a:r>
            <a:r>
              <a:rPr lang="en-IN" dirty="0" err="1"/>
              <a:t>i</a:t>
            </a:r>
            <a:r>
              <a:rPr lang="en-IN" dirty="0"/>
              <a:t>!=-1){    </a:t>
            </a:r>
          </a:p>
          <a:p>
            <a:pPr algn="just"/>
            <a:r>
              <a:rPr lang="en-IN" dirty="0"/>
              <a:t>    </a:t>
            </a:r>
            <a:r>
              <a:rPr lang="en-IN" dirty="0" err="1"/>
              <a:t>System.out.print</a:t>
            </a:r>
            <a:r>
              <a:rPr lang="en-IN" dirty="0"/>
              <a:t>((char)j);</a:t>
            </a:r>
          </a:p>
          <a:p>
            <a:pPr algn="just"/>
            <a:r>
              <a:rPr lang="en-IN" dirty="0"/>
              <a:t>    </a:t>
            </a:r>
            <a:r>
              <a:rPr lang="en-IN" dirty="0" err="1"/>
              <a:t>i</a:t>
            </a:r>
            <a:r>
              <a:rPr lang="en-IN" dirty="0"/>
              <a:t>=</a:t>
            </a:r>
            <a:r>
              <a:rPr lang="en-IN" dirty="0" err="1"/>
              <a:t>sis.read</a:t>
            </a:r>
            <a:r>
              <a:rPr lang="en-IN" dirty="0"/>
              <a:t>();</a:t>
            </a:r>
          </a:p>
          <a:p>
            <a:pPr algn="just"/>
            <a:r>
              <a:rPr lang="en-IN" dirty="0"/>
              <a:t>   }    </a:t>
            </a:r>
          </a:p>
          <a:p>
            <a:pPr algn="just"/>
            <a:r>
              <a:rPr lang="en-IN" dirty="0"/>
              <a:t>   </a:t>
            </a:r>
            <a:r>
              <a:rPr lang="en-IN" dirty="0" err="1"/>
              <a:t>sis.close</a:t>
            </a:r>
            <a:r>
              <a:rPr lang="en-IN" dirty="0"/>
              <a:t>();    </a:t>
            </a:r>
          </a:p>
          <a:p>
            <a:pPr algn="just"/>
            <a:r>
              <a:rPr lang="en-IN" dirty="0"/>
              <a:t>   fis1.close();    </a:t>
            </a:r>
          </a:p>
          <a:p>
            <a:pPr algn="just"/>
            <a:r>
              <a:rPr lang="en-IN" dirty="0"/>
              <a:t>   fis2.close();    </a:t>
            </a:r>
          </a:p>
          <a:p>
            <a:pPr algn="just"/>
            <a:r>
              <a:rPr lang="en-IN" dirty="0"/>
              <a:t>  }    </a:t>
            </a:r>
          </a:p>
          <a:p>
            <a:pPr algn="just"/>
            <a:r>
              <a:rPr lang="en-IN" dirty="0"/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2DF84D-7165-48A6-A4F6-04AB4BFD48FA}"/>
              </a:ext>
            </a:extLst>
          </p:cNvPr>
          <p:cNvSpPr txBox="1"/>
          <p:nvPr/>
        </p:nvSpPr>
        <p:spPr>
          <a:xfrm>
            <a:off x="407887" y="3057286"/>
            <a:ext cx="613858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import java.io.*;  </a:t>
            </a:r>
          </a:p>
          <a:p>
            <a:pPr algn="just"/>
            <a:r>
              <a:rPr lang="en-IN" dirty="0"/>
              <a:t>class </a:t>
            </a:r>
            <a:r>
              <a:rPr lang="en-IN" dirty="0" err="1"/>
              <a:t>InputStreamExample</a:t>
            </a:r>
            <a:r>
              <a:rPr lang="en-IN" dirty="0"/>
              <a:t> {    </a:t>
            </a:r>
          </a:p>
          <a:p>
            <a:pPr algn="just"/>
            <a:r>
              <a:rPr lang="en-IN" dirty="0"/>
              <a:t>  public static void main(String </a:t>
            </a:r>
            <a:r>
              <a:rPr lang="en-IN" dirty="0" err="1"/>
              <a:t>args</a:t>
            </a:r>
            <a:r>
              <a:rPr lang="en-IN" dirty="0"/>
              <a:t>[])throws Exception{    </a:t>
            </a:r>
          </a:p>
          <a:p>
            <a:pPr algn="just"/>
            <a:r>
              <a:rPr lang="en-IN" dirty="0"/>
              <a:t>   </a:t>
            </a:r>
            <a:r>
              <a:rPr lang="en-IN" dirty="0" err="1"/>
              <a:t>FileInputStream</a:t>
            </a:r>
            <a:r>
              <a:rPr lang="en-IN" dirty="0"/>
              <a:t> fis1=new </a:t>
            </a:r>
            <a:r>
              <a:rPr lang="en-IN" dirty="0" err="1"/>
              <a:t>FileInputStream</a:t>
            </a:r>
            <a:r>
              <a:rPr lang="en-IN" dirty="0"/>
              <a:t>(“one.txt");    </a:t>
            </a:r>
          </a:p>
          <a:p>
            <a:pPr algn="just"/>
            <a:r>
              <a:rPr lang="en-IN" dirty="0"/>
              <a:t>   </a:t>
            </a:r>
            <a:r>
              <a:rPr lang="en-IN" dirty="0" err="1"/>
              <a:t>FileInputStream</a:t>
            </a:r>
            <a:r>
              <a:rPr lang="en-IN" dirty="0"/>
              <a:t> fis2=new </a:t>
            </a:r>
            <a:r>
              <a:rPr lang="en-IN" dirty="0" err="1"/>
              <a:t>FileInputStream</a:t>
            </a:r>
            <a:r>
              <a:rPr lang="en-IN" dirty="0"/>
              <a:t>(“two.txt");    </a:t>
            </a:r>
          </a:p>
          <a:p>
            <a:pPr algn="just"/>
            <a:r>
              <a:rPr lang="en-IN" dirty="0"/>
              <a:t>   </a:t>
            </a:r>
            <a:r>
              <a:rPr lang="en-IN" dirty="0" err="1"/>
              <a:t>SequenceInputStream</a:t>
            </a:r>
            <a:r>
              <a:rPr lang="en-IN" dirty="0"/>
              <a:t> sis=new </a:t>
            </a:r>
            <a:r>
              <a:rPr lang="en-IN" dirty="0" err="1"/>
              <a:t>SequenceInputStream</a:t>
            </a:r>
            <a:r>
              <a:rPr lang="en-IN" dirty="0"/>
              <a:t>(fis1, fis2);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86F49F-EAA3-8F3C-6D3A-7D62A2C8A9A4}"/>
              </a:ext>
            </a:extLst>
          </p:cNvPr>
          <p:cNvSpPr txBox="1"/>
          <p:nvPr/>
        </p:nvSpPr>
        <p:spPr>
          <a:xfrm>
            <a:off x="2034514" y="5234757"/>
            <a:ext cx="6138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Output:</a:t>
            </a:r>
          </a:p>
          <a:p>
            <a:r>
              <a:rPr lang="en-US" dirty="0" err="1"/>
              <a:t>Iam</a:t>
            </a:r>
            <a:r>
              <a:rPr lang="en-US" dirty="0"/>
              <a:t> one.txt file content. </a:t>
            </a:r>
            <a:r>
              <a:rPr lang="en-US" dirty="0" err="1"/>
              <a:t>Iam</a:t>
            </a:r>
            <a:r>
              <a:rPr lang="en-US" dirty="0"/>
              <a:t> two.txt file content.</a:t>
            </a:r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AFF55B-3541-E618-2E08-563BA3FF9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277402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9B1852-A1F1-F6C9-D455-00FC16711C7B}"/>
              </a:ext>
            </a:extLst>
          </p:cNvPr>
          <p:cNvSpPr/>
          <p:nvPr/>
        </p:nvSpPr>
        <p:spPr>
          <a:xfrm>
            <a:off x="310101" y="741216"/>
            <a:ext cx="6236368" cy="6486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 err="1"/>
              <a:t>SequenceInputStream</a:t>
            </a:r>
            <a:endParaRPr lang="en-IN" sz="24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6D1C25-BC31-A61C-88F7-9CC2C7CF08FD}"/>
              </a:ext>
            </a:extLst>
          </p:cNvPr>
          <p:cNvSpPr txBox="1"/>
          <p:nvPr/>
        </p:nvSpPr>
        <p:spPr>
          <a:xfrm>
            <a:off x="310101" y="1519920"/>
            <a:ext cx="10156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/>
              <a:t>Example on  reading data from two files and writing into another file.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AC9081-E78C-F71D-0E2A-52FC333677C0}"/>
              </a:ext>
            </a:extLst>
          </p:cNvPr>
          <p:cNvSpPr txBox="1"/>
          <p:nvPr/>
        </p:nvSpPr>
        <p:spPr>
          <a:xfrm>
            <a:off x="571500" y="1778820"/>
            <a:ext cx="67437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java.io.*;    </a:t>
            </a:r>
          </a:p>
          <a:p>
            <a:r>
              <a:rPr lang="en-IN" dirty="0"/>
              <a:t>class Input1{    </a:t>
            </a:r>
          </a:p>
          <a:p>
            <a:r>
              <a:rPr lang="en-IN" dirty="0"/>
              <a:t>  public static void main(String </a:t>
            </a:r>
            <a:r>
              <a:rPr lang="en-IN" dirty="0" err="1"/>
              <a:t>args</a:t>
            </a:r>
            <a:r>
              <a:rPr lang="en-IN" dirty="0"/>
              <a:t>[])throws Exception{    </a:t>
            </a:r>
          </a:p>
          <a:p>
            <a:r>
              <a:rPr lang="en-IN" dirty="0"/>
              <a:t>   </a:t>
            </a:r>
            <a:r>
              <a:rPr lang="en-IN" dirty="0" err="1"/>
              <a:t>FileInputStream</a:t>
            </a:r>
            <a:r>
              <a:rPr lang="en-IN" dirty="0"/>
              <a:t> fin1=new </a:t>
            </a:r>
            <a:r>
              <a:rPr lang="en-IN" dirty="0" err="1"/>
              <a:t>FileInputStream</a:t>
            </a:r>
            <a:r>
              <a:rPr lang="en-IN" dirty="0"/>
              <a:t>(“one.txt");    </a:t>
            </a:r>
          </a:p>
          <a:p>
            <a:r>
              <a:rPr lang="en-IN" dirty="0"/>
              <a:t>   </a:t>
            </a:r>
            <a:r>
              <a:rPr lang="en-IN" dirty="0" err="1"/>
              <a:t>FileInputStream</a:t>
            </a:r>
            <a:r>
              <a:rPr lang="en-IN" dirty="0"/>
              <a:t> fin2=new </a:t>
            </a:r>
            <a:r>
              <a:rPr lang="en-IN" dirty="0" err="1"/>
              <a:t>FileInputStream</a:t>
            </a:r>
            <a:r>
              <a:rPr lang="en-IN" dirty="0"/>
              <a:t>(“two.txt");    </a:t>
            </a:r>
          </a:p>
          <a:p>
            <a:r>
              <a:rPr lang="en-IN" dirty="0"/>
              <a:t>   </a:t>
            </a:r>
            <a:r>
              <a:rPr lang="en-IN" dirty="0" err="1"/>
              <a:t>FileOutputStream</a:t>
            </a:r>
            <a:r>
              <a:rPr lang="en-IN" dirty="0"/>
              <a:t> </a:t>
            </a:r>
            <a:r>
              <a:rPr lang="en-IN" dirty="0" err="1"/>
              <a:t>fout</a:t>
            </a:r>
            <a:r>
              <a:rPr lang="en-IN" dirty="0"/>
              <a:t>=new </a:t>
            </a:r>
            <a:r>
              <a:rPr lang="en-IN" dirty="0" err="1"/>
              <a:t>FileOutputStream</a:t>
            </a:r>
            <a:r>
              <a:rPr lang="en-IN" dirty="0"/>
              <a:t>(“output.txt");      </a:t>
            </a:r>
          </a:p>
          <a:p>
            <a:r>
              <a:rPr lang="en-IN" dirty="0"/>
              <a:t>   </a:t>
            </a:r>
            <a:r>
              <a:rPr lang="en-IN" dirty="0" err="1"/>
              <a:t>SequenceInputStream</a:t>
            </a:r>
            <a:r>
              <a:rPr lang="en-IN" dirty="0"/>
              <a:t> sis=new </a:t>
            </a:r>
            <a:r>
              <a:rPr lang="en-IN" dirty="0" err="1"/>
              <a:t>SequenceInputStream</a:t>
            </a:r>
            <a:r>
              <a:rPr lang="en-IN" dirty="0"/>
              <a:t>(fin1,fin2);    </a:t>
            </a:r>
          </a:p>
          <a:p>
            <a:r>
              <a:rPr lang="en-IN" dirty="0"/>
              <a:t>   int </a:t>
            </a:r>
            <a:r>
              <a:rPr lang="en-IN" dirty="0" err="1"/>
              <a:t>i</a:t>
            </a:r>
            <a:r>
              <a:rPr lang="en-IN" dirty="0"/>
              <a:t>;    </a:t>
            </a:r>
          </a:p>
          <a:p>
            <a:r>
              <a:rPr lang="en-IN" dirty="0"/>
              <a:t>   while((</a:t>
            </a:r>
            <a:r>
              <a:rPr lang="en-IN" dirty="0" err="1"/>
              <a:t>i</a:t>
            </a:r>
            <a:r>
              <a:rPr lang="en-IN" dirty="0"/>
              <a:t>=</a:t>
            </a:r>
            <a:r>
              <a:rPr lang="en-IN" dirty="0" err="1"/>
              <a:t>sis.read</a:t>
            </a:r>
            <a:r>
              <a:rPr lang="en-IN" dirty="0"/>
              <a:t>())!=-1)    </a:t>
            </a:r>
          </a:p>
          <a:p>
            <a:r>
              <a:rPr lang="en-IN" dirty="0"/>
              <a:t>   {    </a:t>
            </a:r>
          </a:p>
          <a:p>
            <a:r>
              <a:rPr lang="en-IN" dirty="0"/>
              <a:t>     </a:t>
            </a:r>
            <a:r>
              <a:rPr lang="en-IN" dirty="0" err="1"/>
              <a:t>fout.write</a:t>
            </a:r>
            <a:r>
              <a:rPr lang="en-IN" dirty="0"/>
              <a:t>(</a:t>
            </a:r>
            <a:r>
              <a:rPr lang="en-IN" dirty="0" err="1"/>
              <a:t>i</a:t>
            </a:r>
            <a:r>
              <a:rPr lang="en-IN" dirty="0"/>
              <a:t>);        </a:t>
            </a:r>
          </a:p>
          <a:p>
            <a:r>
              <a:rPr lang="en-IN" dirty="0"/>
              <a:t>   }  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1642FA-56BE-E8F7-217E-C0ED6515BAB7}"/>
              </a:ext>
            </a:extLst>
          </p:cNvPr>
          <p:cNvSpPr txBox="1"/>
          <p:nvPr/>
        </p:nvSpPr>
        <p:spPr>
          <a:xfrm>
            <a:off x="7315199" y="1553496"/>
            <a:ext cx="474909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dirty="0" err="1"/>
              <a:t>sis.close</a:t>
            </a:r>
            <a:r>
              <a:rPr lang="en-IN" dirty="0"/>
              <a:t>();    </a:t>
            </a:r>
          </a:p>
          <a:p>
            <a:r>
              <a:rPr lang="en-IN" dirty="0"/>
              <a:t>   </a:t>
            </a:r>
            <a:r>
              <a:rPr lang="en-IN" dirty="0" err="1"/>
              <a:t>fout.close</a:t>
            </a:r>
            <a:r>
              <a:rPr lang="en-IN" dirty="0"/>
              <a:t>();      </a:t>
            </a:r>
          </a:p>
          <a:p>
            <a:r>
              <a:rPr lang="en-IN" dirty="0"/>
              <a:t>   fin1.close();      </a:t>
            </a:r>
          </a:p>
          <a:p>
            <a:r>
              <a:rPr lang="en-IN" dirty="0"/>
              <a:t>   fin2.close();       </a:t>
            </a:r>
          </a:p>
          <a:p>
            <a:r>
              <a:rPr lang="en-IN" dirty="0"/>
              <a:t>   </a:t>
            </a:r>
            <a:r>
              <a:rPr lang="en-IN" dirty="0" err="1"/>
              <a:t>System.out.println</a:t>
            </a:r>
            <a:r>
              <a:rPr lang="en-IN" dirty="0"/>
              <a:t>(“See the </a:t>
            </a:r>
            <a:r>
              <a:rPr lang="en-IN" dirty="0" err="1"/>
              <a:t>output.text</a:t>
            </a:r>
            <a:r>
              <a:rPr lang="en-IN" dirty="0"/>
              <a:t> file");  </a:t>
            </a:r>
          </a:p>
          <a:p>
            <a:r>
              <a:rPr lang="en-IN" dirty="0"/>
              <a:t>  }    </a:t>
            </a:r>
          </a:p>
          <a:p>
            <a:r>
              <a:rPr lang="en-IN" dirty="0"/>
              <a:t>}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EBFD95-D140-756E-1B07-EF1AB22A6951}"/>
              </a:ext>
            </a:extLst>
          </p:cNvPr>
          <p:cNvSpPr txBox="1"/>
          <p:nvPr/>
        </p:nvSpPr>
        <p:spPr>
          <a:xfrm>
            <a:off x="3649509" y="4620326"/>
            <a:ext cx="49162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Output:</a:t>
            </a:r>
          </a:p>
          <a:p>
            <a:r>
              <a:rPr lang="en-US" dirty="0"/>
              <a:t>See the </a:t>
            </a:r>
            <a:r>
              <a:rPr lang="en-US" dirty="0" err="1"/>
              <a:t>output.text</a:t>
            </a:r>
            <a:r>
              <a:rPr lang="en-US" dirty="0"/>
              <a:t> file</a:t>
            </a:r>
          </a:p>
          <a:p>
            <a:endParaRPr lang="en-US" dirty="0"/>
          </a:p>
          <a:p>
            <a:r>
              <a:rPr lang="en-US" dirty="0"/>
              <a:t>open and see the </a:t>
            </a:r>
            <a:r>
              <a:rPr lang="en-US" dirty="0" err="1"/>
              <a:t>Output.text</a:t>
            </a:r>
            <a:r>
              <a:rPr lang="en-US" dirty="0"/>
              <a:t> file</a:t>
            </a:r>
          </a:p>
          <a:p>
            <a:r>
              <a:rPr lang="en-US" dirty="0" err="1"/>
              <a:t>Iam</a:t>
            </a:r>
            <a:r>
              <a:rPr lang="en-US" dirty="0"/>
              <a:t> one.txt file content. </a:t>
            </a:r>
            <a:r>
              <a:rPr lang="en-US" dirty="0" err="1"/>
              <a:t>Iam</a:t>
            </a:r>
            <a:r>
              <a:rPr lang="en-US" dirty="0"/>
              <a:t> two.txt file content.</a:t>
            </a:r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9575257-7407-DA9E-3DBC-CED25B469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819053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9B1852-A1F1-F6C9-D455-00FC16711C7B}"/>
              </a:ext>
            </a:extLst>
          </p:cNvPr>
          <p:cNvSpPr/>
          <p:nvPr/>
        </p:nvSpPr>
        <p:spPr>
          <a:xfrm>
            <a:off x="310101" y="741216"/>
            <a:ext cx="6236368" cy="6486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 err="1"/>
              <a:t>SequenceInputStream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7F0172-81AE-F9F7-FAFD-B4E767BE942A}"/>
              </a:ext>
            </a:extLst>
          </p:cNvPr>
          <p:cNvSpPr txBox="1"/>
          <p:nvPr/>
        </p:nvSpPr>
        <p:spPr>
          <a:xfrm>
            <a:off x="565594" y="1519920"/>
            <a:ext cx="10156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Example on  reading data from multiple files using </a:t>
            </a:r>
            <a:r>
              <a:rPr lang="en-US" b="1" i="1" dirty="0"/>
              <a:t>Enumeration </a:t>
            </a:r>
            <a:r>
              <a:rPr lang="en-US" dirty="0"/>
              <a:t>object and writing into another file.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003065-4641-2AA7-C15A-DCA190C2E742}"/>
              </a:ext>
            </a:extLst>
          </p:cNvPr>
          <p:cNvSpPr txBox="1"/>
          <p:nvPr/>
        </p:nvSpPr>
        <p:spPr>
          <a:xfrm>
            <a:off x="565594" y="1924966"/>
            <a:ext cx="613858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java.io.*;    </a:t>
            </a:r>
          </a:p>
          <a:p>
            <a:r>
              <a:rPr lang="en-IN" dirty="0"/>
              <a:t>import </a:t>
            </a:r>
            <a:r>
              <a:rPr lang="en-IN" dirty="0" err="1"/>
              <a:t>java.util</a:t>
            </a:r>
            <a:r>
              <a:rPr lang="en-IN" dirty="0"/>
              <a:t>.*;    </a:t>
            </a:r>
          </a:p>
          <a:p>
            <a:r>
              <a:rPr lang="en-IN" dirty="0"/>
              <a:t>class Input2{    </a:t>
            </a:r>
          </a:p>
          <a:p>
            <a:r>
              <a:rPr lang="en-IN" dirty="0"/>
              <a:t>public static void main(String </a:t>
            </a:r>
            <a:r>
              <a:rPr lang="en-IN" dirty="0" err="1"/>
              <a:t>args</a:t>
            </a:r>
            <a:r>
              <a:rPr lang="en-IN" dirty="0"/>
              <a:t>[])throws </a:t>
            </a:r>
            <a:r>
              <a:rPr lang="en-IN" dirty="0" err="1"/>
              <a:t>IOException</a:t>
            </a:r>
            <a:r>
              <a:rPr lang="en-IN" dirty="0"/>
              <a:t>{    </a:t>
            </a:r>
          </a:p>
          <a:p>
            <a:r>
              <a:rPr lang="en-IN" dirty="0"/>
              <a:t>//creating the </a:t>
            </a:r>
            <a:r>
              <a:rPr lang="en-IN" dirty="0" err="1"/>
              <a:t>FileInputStream</a:t>
            </a:r>
            <a:r>
              <a:rPr lang="en-IN" dirty="0"/>
              <a:t> objects for all the files    </a:t>
            </a:r>
          </a:p>
          <a:p>
            <a:r>
              <a:rPr lang="en-IN" dirty="0" err="1"/>
              <a:t>FileInputStream</a:t>
            </a:r>
            <a:r>
              <a:rPr lang="en-IN" dirty="0"/>
              <a:t> fis1=new </a:t>
            </a:r>
            <a:r>
              <a:rPr lang="en-IN" dirty="0" err="1"/>
              <a:t>FileInputStream</a:t>
            </a:r>
            <a:r>
              <a:rPr lang="en-IN" dirty="0"/>
              <a:t>(“one.txt");    </a:t>
            </a:r>
          </a:p>
          <a:p>
            <a:r>
              <a:rPr lang="en-IN" dirty="0" err="1"/>
              <a:t>FileInputStream</a:t>
            </a:r>
            <a:r>
              <a:rPr lang="en-IN" dirty="0"/>
              <a:t> fis2=new </a:t>
            </a:r>
            <a:r>
              <a:rPr lang="en-IN" dirty="0" err="1"/>
              <a:t>FileInputStream</a:t>
            </a:r>
            <a:r>
              <a:rPr lang="en-IN" dirty="0"/>
              <a:t>(“two.txt");    </a:t>
            </a:r>
          </a:p>
          <a:p>
            <a:r>
              <a:rPr lang="en-IN" dirty="0" err="1"/>
              <a:t>FileInputStream</a:t>
            </a:r>
            <a:r>
              <a:rPr lang="en-IN" dirty="0"/>
              <a:t> fis3=new </a:t>
            </a:r>
            <a:r>
              <a:rPr lang="en-IN" dirty="0" err="1"/>
              <a:t>FileInputStream</a:t>
            </a:r>
            <a:r>
              <a:rPr lang="en-IN" dirty="0"/>
              <a:t>(“three.txt");    </a:t>
            </a:r>
          </a:p>
          <a:p>
            <a:r>
              <a:rPr lang="en-IN" dirty="0" err="1"/>
              <a:t>FileInputStream</a:t>
            </a:r>
            <a:r>
              <a:rPr lang="en-IN" dirty="0"/>
              <a:t> fis4=new </a:t>
            </a:r>
            <a:r>
              <a:rPr lang="en-IN" dirty="0" err="1"/>
              <a:t>FileInputStream</a:t>
            </a:r>
            <a:r>
              <a:rPr lang="en-IN" dirty="0"/>
              <a:t>(“four.txt");    </a:t>
            </a:r>
          </a:p>
          <a:p>
            <a:endParaRPr lang="en-IN" dirty="0"/>
          </a:p>
          <a:p>
            <a:r>
              <a:rPr lang="en-IN" dirty="0"/>
              <a:t>//creating Vector object to all the stream    </a:t>
            </a:r>
          </a:p>
          <a:p>
            <a:r>
              <a:rPr lang="en-IN" dirty="0"/>
              <a:t>Vector v=new Vector();    </a:t>
            </a:r>
          </a:p>
          <a:p>
            <a:r>
              <a:rPr lang="en-IN" dirty="0" err="1"/>
              <a:t>v.add</a:t>
            </a:r>
            <a:r>
              <a:rPr lang="en-IN" dirty="0"/>
              <a:t>(fis1);    </a:t>
            </a:r>
          </a:p>
          <a:p>
            <a:r>
              <a:rPr lang="en-IN" dirty="0" err="1"/>
              <a:t>v.add</a:t>
            </a:r>
            <a:r>
              <a:rPr lang="en-IN" dirty="0"/>
              <a:t>(fis2);    </a:t>
            </a:r>
          </a:p>
          <a:p>
            <a:r>
              <a:rPr lang="en-IN" dirty="0" err="1"/>
              <a:t>v.add</a:t>
            </a:r>
            <a:r>
              <a:rPr lang="en-IN" dirty="0"/>
              <a:t>(fis3);    </a:t>
            </a:r>
          </a:p>
          <a:p>
            <a:r>
              <a:rPr lang="en-IN" dirty="0" err="1"/>
              <a:t>v.add</a:t>
            </a:r>
            <a:r>
              <a:rPr lang="en-IN" dirty="0"/>
              <a:t>(fis4);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F74A32-2724-DD52-56F7-9C99BC164035}"/>
              </a:ext>
            </a:extLst>
          </p:cNvPr>
          <p:cNvSpPr txBox="1"/>
          <p:nvPr/>
        </p:nvSpPr>
        <p:spPr>
          <a:xfrm>
            <a:off x="6299297" y="1858635"/>
            <a:ext cx="560135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//creating enumeration object by calling the elements method    </a:t>
            </a:r>
          </a:p>
          <a:p>
            <a:r>
              <a:rPr lang="en-IN" dirty="0"/>
              <a:t> Enumeration e=</a:t>
            </a:r>
            <a:r>
              <a:rPr lang="en-IN" dirty="0" err="1"/>
              <a:t>v.elements</a:t>
            </a:r>
            <a:r>
              <a:rPr lang="en-IN" dirty="0"/>
              <a:t>();      </a:t>
            </a:r>
          </a:p>
          <a:p>
            <a:r>
              <a:rPr lang="en-IN" dirty="0"/>
              <a:t> //passing the enumeration object in the constructor    </a:t>
            </a:r>
          </a:p>
          <a:p>
            <a:r>
              <a:rPr lang="en-IN" dirty="0"/>
              <a:t> </a:t>
            </a:r>
            <a:r>
              <a:rPr lang="en-IN" dirty="0" err="1"/>
              <a:t>SequenceInputStream</a:t>
            </a:r>
            <a:r>
              <a:rPr lang="en-IN" dirty="0"/>
              <a:t> sis=new </a:t>
            </a:r>
            <a:r>
              <a:rPr lang="en-IN" dirty="0" err="1"/>
              <a:t>SequenceInputStream</a:t>
            </a:r>
            <a:r>
              <a:rPr lang="en-IN" dirty="0"/>
              <a:t>(e);    </a:t>
            </a:r>
          </a:p>
          <a:p>
            <a:r>
              <a:rPr lang="en-IN" dirty="0"/>
              <a:t>  int </a:t>
            </a:r>
            <a:r>
              <a:rPr lang="en-IN" dirty="0" err="1"/>
              <a:t>i</a:t>
            </a:r>
            <a:r>
              <a:rPr lang="en-IN" dirty="0"/>
              <a:t>=</a:t>
            </a:r>
            <a:r>
              <a:rPr lang="en-IN" dirty="0" err="1"/>
              <a:t>sis.read</a:t>
            </a:r>
            <a:r>
              <a:rPr lang="en-IN" dirty="0"/>
              <a:t>();</a:t>
            </a:r>
          </a:p>
          <a:p>
            <a:r>
              <a:rPr lang="en-IN" dirty="0"/>
              <a:t>  while(</a:t>
            </a:r>
            <a:r>
              <a:rPr lang="en-IN" dirty="0" err="1"/>
              <a:t>i</a:t>
            </a:r>
            <a:r>
              <a:rPr lang="en-IN" dirty="0"/>
              <a:t>!=-1){    </a:t>
            </a:r>
          </a:p>
          <a:p>
            <a:r>
              <a:rPr lang="en-IN" dirty="0"/>
              <a:t>     </a:t>
            </a:r>
            <a:r>
              <a:rPr lang="en-IN" dirty="0" err="1"/>
              <a:t>System.out.print</a:t>
            </a:r>
            <a:r>
              <a:rPr lang="en-IN" dirty="0"/>
              <a:t>((char)</a:t>
            </a:r>
            <a:r>
              <a:rPr lang="en-IN" dirty="0" err="1"/>
              <a:t>i</a:t>
            </a:r>
            <a:r>
              <a:rPr lang="en-IN" dirty="0"/>
              <a:t>);    </a:t>
            </a:r>
          </a:p>
          <a:p>
            <a:r>
              <a:rPr lang="en-IN" dirty="0"/>
              <a:t>     </a:t>
            </a:r>
            <a:r>
              <a:rPr lang="en-IN" dirty="0" err="1"/>
              <a:t>i</a:t>
            </a:r>
            <a:r>
              <a:rPr lang="en-IN" dirty="0"/>
              <a:t>=</a:t>
            </a:r>
            <a:r>
              <a:rPr lang="en-IN" dirty="0" err="1"/>
              <a:t>sis.read</a:t>
            </a:r>
            <a:r>
              <a:rPr lang="en-IN" dirty="0"/>
              <a:t>();</a:t>
            </a:r>
          </a:p>
          <a:p>
            <a:r>
              <a:rPr lang="en-IN" dirty="0"/>
              <a:t>  }     </a:t>
            </a:r>
          </a:p>
          <a:p>
            <a:r>
              <a:rPr lang="en-IN" dirty="0"/>
              <a:t>  </a:t>
            </a:r>
            <a:r>
              <a:rPr lang="en-IN" dirty="0" err="1"/>
              <a:t>sis.close</a:t>
            </a:r>
            <a:r>
              <a:rPr lang="en-IN" dirty="0"/>
              <a:t>();    </a:t>
            </a:r>
          </a:p>
          <a:p>
            <a:r>
              <a:rPr lang="en-IN" dirty="0"/>
              <a:t>  fis1.close();    </a:t>
            </a:r>
          </a:p>
          <a:p>
            <a:r>
              <a:rPr lang="en-IN" dirty="0"/>
              <a:t>  fis2.close();</a:t>
            </a:r>
          </a:p>
          <a:p>
            <a:r>
              <a:rPr lang="en-IN" dirty="0"/>
              <a:t> }    </a:t>
            </a:r>
          </a:p>
          <a:p>
            <a:r>
              <a:rPr lang="en-IN" dirty="0"/>
              <a:t>}   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B90BC2-F698-5903-CFB8-7DE51C288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2704909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9B1852-A1F1-F6C9-D455-00FC16711C7B}"/>
              </a:ext>
            </a:extLst>
          </p:cNvPr>
          <p:cNvSpPr/>
          <p:nvPr/>
        </p:nvSpPr>
        <p:spPr>
          <a:xfrm>
            <a:off x="310101" y="741216"/>
            <a:ext cx="6236368" cy="6486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File Extension Filtering Demo</a:t>
            </a:r>
            <a:endParaRPr lang="en-IN" sz="24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6D1C25-BC31-A61C-88F7-9CC2C7CF08FD}"/>
              </a:ext>
            </a:extLst>
          </p:cNvPr>
          <p:cNvSpPr txBox="1"/>
          <p:nvPr/>
        </p:nvSpPr>
        <p:spPr>
          <a:xfrm>
            <a:off x="358994" y="1433812"/>
            <a:ext cx="111278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In GUI when we click on open File Dialog box, the dialog box asks which extension file we want to open, we will choose .java/.c/.</a:t>
            </a:r>
            <a:r>
              <a:rPr lang="en-US" dirty="0" err="1"/>
              <a:t>php</a:t>
            </a:r>
            <a:r>
              <a:rPr lang="en-US" dirty="0"/>
              <a:t>/.</a:t>
            </a:r>
            <a:r>
              <a:rPr lang="en-US" dirty="0" err="1"/>
              <a:t>py</a:t>
            </a:r>
            <a:r>
              <a:rPr lang="en-US" dirty="0"/>
              <a:t>, then the </a:t>
            </a:r>
            <a:r>
              <a:rPr lang="en-US" dirty="0" err="1"/>
              <a:t>FileDialog</a:t>
            </a:r>
            <a:r>
              <a:rPr lang="en-US" dirty="0"/>
              <a:t> box filters files with those extensions and displays it on </a:t>
            </a:r>
            <a:r>
              <a:rPr lang="en-US" dirty="0" err="1"/>
              <a:t>FileDialogBox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same can be achieved in Java using </a:t>
            </a:r>
            <a:r>
              <a:rPr lang="en-US" dirty="0" err="1"/>
              <a:t>FilenameFile</a:t>
            </a:r>
            <a:r>
              <a:rPr lang="en-US" dirty="0"/>
              <a:t> interface.</a:t>
            </a:r>
          </a:p>
          <a:p>
            <a:pPr algn="just"/>
            <a:endParaRPr lang="en-US" dirty="0"/>
          </a:p>
          <a:p>
            <a:pPr algn="just"/>
            <a:r>
              <a:rPr lang="en-US" dirty="0" err="1"/>
              <a:t>FilenameFilter</a:t>
            </a:r>
            <a:r>
              <a:rPr lang="en-US" dirty="0"/>
              <a:t> interface is given in this package to filter and give the files based on their extension.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public interface </a:t>
            </a:r>
            <a:r>
              <a:rPr lang="en-US" dirty="0" err="1"/>
              <a:t>FilenameFilter</a:t>
            </a:r>
            <a:r>
              <a:rPr lang="en-US" dirty="0"/>
              <a:t> {</a:t>
            </a:r>
          </a:p>
          <a:p>
            <a:pPr algn="just"/>
            <a:r>
              <a:rPr lang="en-US" dirty="0"/>
              <a:t>  public </a:t>
            </a:r>
            <a:r>
              <a:rPr lang="en-US" dirty="0" err="1"/>
              <a:t>boolean</a:t>
            </a:r>
            <a:r>
              <a:rPr lang="en-US" dirty="0"/>
              <a:t> accept(File </a:t>
            </a:r>
            <a:r>
              <a:rPr lang="en-US" dirty="0" err="1"/>
              <a:t>dir</a:t>
            </a:r>
            <a:r>
              <a:rPr lang="en-US" dirty="0"/>
              <a:t>, String name);</a:t>
            </a:r>
          </a:p>
          <a:p>
            <a:pPr algn="just"/>
            <a:r>
              <a:rPr lang="en-US" dirty="0"/>
              <a:t>}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819A80B-5BE5-27FE-DFE4-77C960992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698339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9B1852-A1F1-F6C9-D455-00FC16711C7B}"/>
              </a:ext>
            </a:extLst>
          </p:cNvPr>
          <p:cNvSpPr/>
          <p:nvPr/>
        </p:nvSpPr>
        <p:spPr>
          <a:xfrm>
            <a:off x="310101" y="741216"/>
            <a:ext cx="6236368" cy="6486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File Extension Filtering Demo</a:t>
            </a:r>
            <a:endParaRPr lang="en-IN" sz="24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6D1C25-BC31-A61C-88F7-9CC2C7CF08FD}"/>
              </a:ext>
            </a:extLst>
          </p:cNvPr>
          <p:cNvSpPr txBox="1"/>
          <p:nvPr/>
        </p:nvSpPr>
        <p:spPr>
          <a:xfrm>
            <a:off x="358994" y="1433812"/>
            <a:ext cx="618747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Write a sub class of </a:t>
            </a:r>
            <a:r>
              <a:rPr lang="en-US" dirty="0" err="1"/>
              <a:t>FilenameFilter</a:t>
            </a:r>
            <a:r>
              <a:rPr lang="en-US" dirty="0"/>
              <a:t> interface</a:t>
            </a:r>
          </a:p>
          <a:p>
            <a:pPr algn="just"/>
            <a:r>
              <a:rPr lang="en-IN" dirty="0"/>
              <a:t>// JavaFileNameFilter.java</a:t>
            </a:r>
          </a:p>
          <a:p>
            <a:pPr algn="just"/>
            <a:r>
              <a:rPr lang="en-IN" dirty="0"/>
              <a:t>import java.io.*;</a:t>
            </a:r>
          </a:p>
          <a:p>
            <a:pPr algn="just"/>
            <a:r>
              <a:rPr lang="en-IN" dirty="0"/>
              <a:t>public class </a:t>
            </a:r>
            <a:r>
              <a:rPr lang="en-IN" dirty="0" err="1"/>
              <a:t>JavaFileNameFilter</a:t>
            </a:r>
            <a:r>
              <a:rPr lang="en-IN" dirty="0"/>
              <a:t> implements </a:t>
            </a:r>
            <a:r>
              <a:rPr lang="en-IN" dirty="0" err="1"/>
              <a:t>FilenameFilter</a:t>
            </a:r>
            <a:r>
              <a:rPr lang="en-IN" dirty="0"/>
              <a:t> {</a:t>
            </a:r>
          </a:p>
          <a:p>
            <a:pPr algn="just"/>
            <a:r>
              <a:rPr lang="en-IN" dirty="0"/>
              <a:t>  String </a:t>
            </a:r>
            <a:r>
              <a:rPr lang="en-IN" dirty="0" err="1"/>
              <a:t>fileStartsWith</a:t>
            </a:r>
            <a:r>
              <a:rPr lang="en-IN" dirty="0"/>
              <a:t>="";</a:t>
            </a:r>
          </a:p>
          <a:p>
            <a:pPr algn="just"/>
            <a:r>
              <a:rPr lang="en-IN" dirty="0"/>
              <a:t>  String </a:t>
            </a:r>
            <a:r>
              <a:rPr lang="en-IN" dirty="0" err="1"/>
              <a:t>fileExtension</a:t>
            </a:r>
            <a:r>
              <a:rPr lang="en-IN" dirty="0"/>
              <a:t>="";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  public </a:t>
            </a:r>
            <a:r>
              <a:rPr lang="en-IN" dirty="0" err="1"/>
              <a:t>JavaFileNameFilter</a:t>
            </a:r>
            <a:r>
              <a:rPr lang="en-IN" dirty="0"/>
              <a:t>(String start, String </a:t>
            </a:r>
            <a:r>
              <a:rPr lang="en-IN" dirty="0" err="1"/>
              <a:t>ext</a:t>
            </a:r>
            <a:r>
              <a:rPr lang="en-IN" dirty="0"/>
              <a:t>) {</a:t>
            </a:r>
          </a:p>
          <a:p>
            <a:pPr algn="just"/>
            <a:r>
              <a:rPr lang="en-IN" dirty="0"/>
              <a:t>    </a:t>
            </a:r>
            <a:r>
              <a:rPr lang="en-IN" dirty="0" err="1"/>
              <a:t>fileStartsWith</a:t>
            </a:r>
            <a:r>
              <a:rPr lang="en-IN" dirty="0"/>
              <a:t>=start;</a:t>
            </a:r>
          </a:p>
          <a:p>
            <a:pPr algn="just"/>
            <a:r>
              <a:rPr lang="en-IN" dirty="0"/>
              <a:t>    </a:t>
            </a:r>
            <a:r>
              <a:rPr lang="en-IN" dirty="0" err="1"/>
              <a:t>fileExtension</a:t>
            </a:r>
            <a:r>
              <a:rPr lang="en-IN" dirty="0"/>
              <a:t>=</a:t>
            </a:r>
            <a:r>
              <a:rPr lang="en-IN" dirty="0" err="1"/>
              <a:t>ext</a:t>
            </a:r>
            <a:r>
              <a:rPr lang="en-IN" dirty="0"/>
              <a:t>;</a:t>
            </a:r>
          </a:p>
          <a:p>
            <a:pPr algn="just"/>
            <a:r>
              <a:rPr lang="en-IN" dirty="0"/>
              <a:t>  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96E926-C140-3452-32D5-DE5109B5B2A0}"/>
              </a:ext>
            </a:extLst>
          </p:cNvPr>
          <p:cNvSpPr txBox="1"/>
          <p:nvPr/>
        </p:nvSpPr>
        <p:spPr>
          <a:xfrm>
            <a:off x="6716976" y="1224393"/>
            <a:ext cx="473301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 public </a:t>
            </a:r>
            <a:r>
              <a:rPr lang="en-IN" dirty="0" err="1"/>
              <a:t>boolean</a:t>
            </a:r>
            <a:r>
              <a:rPr lang="en-IN" dirty="0"/>
              <a:t> accept(File </a:t>
            </a:r>
            <a:r>
              <a:rPr lang="en-IN" dirty="0" err="1"/>
              <a:t>dir</a:t>
            </a:r>
            <a:r>
              <a:rPr lang="en-IN" dirty="0"/>
              <a:t>, String name) {</a:t>
            </a:r>
          </a:p>
          <a:p>
            <a:pPr algn="just"/>
            <a:r>
              <a:rPr lang="en-IN" dirty="0"/>
              <a:t>    </a:t>
            </a:r>
            <a:r>
              <a:rPr lang="en-IN" dirty="0" err="1"/>
              <a:t>boolean</a:t>
            </a:r>
            <a:r>
              <a:rPr lang="en-IN" dirty="0"/>
              <a:t> flag=false;</a:t>
            </a:r>
          </a:p>
          <a:p>
            <a:pPr algn="just"/>
            <a:r>
              <a:rPr lang="en-IN" dirty="0"/>
              <a:t>    if(</a:t>
            </a:r>
            <a:r>
              <a:rPr lang="en-IN" dirty="0" err="1"/>
              <a:t>name.startsWith</a:t>
            </a:r>
            <a:r>
              <a:rPr lang="en-IN" dirty="0"/>
              <a:t>(</a:t>
            </a:r>
            <a:r>
              <a:rPr lang="en-IN" dirty="0" err="1"/>
              <a:t>fileStartsWith</a:t>
            </a:r>
            <a:r>
              <a:rPr lang="en-IN" dirty="0"/>
              <a:t>)) {</a:t>
            </a:r>
          </a:p>
          <a:p>
            <a:pPr algn="just"/>
            <a:r>
              <a:rPr lang="en-IN" dirty="0"/>
              <a:t>      if(</a:t>
            </a:r>
            <a:r>
              <a:rPr lang="en-IN" dirty="0" err="1"/>
              <a:t>name.endsWith</a:t>
            </a:r>
            <a:r>
              <a:rPr lang="en-IN" dirty="0"/>
              <a:t>(</a:t>
            </a:r>
            <a:r>
              <a:rPr lang="en-IN" dirty="0" err="1"/>
              <a:t>fileExtension</a:t>
            </a:r>
            <a:r>
              <a:rPr lang="en-IN" dirty="0"/>
              <a:t>)) {</a:t>
            </a:r>
          </a:p>
          <a:p>
            <a:pPr algn="just"/>
            <a:r>
              <a:rPr lang="en-IN" dirty="0"/>
              <a:t>        flag=true;</a:t>
            </a:r>
          </a:p>
          <a:p>
            <a:pPr algn="just"/>
            <a:r>
              <a:rPr lang="en-IN" dirty="0"/>
              <a:t>      }// if()</a:t>
            </a:r>
          </a:p>
          <a:p>
            <a:pPr algn="just"/>
            <a:r>
              <a:rPr lang="en-IN" dirty="0"/>
              <a:t>    }// if()</a:t>
            </a:r>
          </a:p>
          <a:p>
            <a:pPr algn="just"/>
            <a:r>
              <a:rPr lang="en-IN" dirty="0"/>
              <a:t>    return flag;</a:t>
            </a:r>
          </a:p>
          <a:p>
            <a:pPr algn="just"/>
            <a:r>
              <a:rPr lang="en-IN" dirty="0"/>
              <a:t>  }</a:t>
            </a:r>
          </a:p>
          <a:p>
            <a:pPr algn="just"/>
            <a:r>
              <a:rPr lang="en-IN" dirty="0"/>
              <a:t>}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D3D576E-F418-40CF-2418-DC8DB09BA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359995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9B1852-A1F1-F6C9-D455-00FC16711C7B}"/>
              </a:ext>
            </a:extLst>
          </p:cNvPr>
          <p:cNvSpPr/>
          <p:nvPr/>
        </p:nvSpPr>
        <p:spPr>
          <a:xfrm>
            <a:off x="310101" y="741216"/>
            <a:ext cx="6236368" cy="6486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File Extension Filtering Demo</a:t>
            </a:r>
            <a:endParaRPr lang="en-IN" sz="24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6D1C25-BC31-A61C-88F7-9CC2C7CF08FD}"/>
              </a:ext>
            </a:extLst>
          </p:cNvPr>
          <p:cNvSpPr txBox="1"/>
          <p:nvPr/>
        </p:nvSpPr>
        <p:spPr>
          <a:xfrm>
            <a:off x="358995" y="1433812"/>
            <a:ext cx="947080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// FileFilterDemo9.java</a:t>
            </a:r>
          </a:p>
          <a:p>
            <a:pPr algn="just"/>
            <a:r>
              <a:rPr lang="en-US" dirty="0"/>
              <a:t>import java.io.*;</a:t>
            </a:r>
          </a:p>
          <a:p>
            <a:pPr algn="just"/>
            <a:r>
              <a:rPr lang="en-US" dirty="0"/>
              <a:t>public class FileFilterDemo9 {</a:t>
            </a:r>
          </a:p>
          <a:p>
            <a:pPr algn="just"/>
            <a:r>
              <a:rPr lang="en-US" dirty="0"/>
              <a:t>  public static void main(String rags[]) throws Exception {</a:t>
            </a:r>
          </a:p>
          <a:p>
            <a:pPr algn="just"/>
            <a:r>
              <a:rPr lang="en-US" dirty="0"/>
              <a:t>   File f=new File("C:\\Material\\CoreJava\\am3\\am3\\javaio\\inputoutput streams");</a:t>
            </a:r>
          </a:p>
          <a:p>
            <a:pPr algn="just"/>
            <a:r>
              <a:rPr lang="en-US" dirty="0"/>
              <a:t>   </a:t>
            </a:r>
            <a:r>
              <a:rPr lang="en-US" dirty="0" err="1"/>
              <a:t>JavaFileNameFilter</a:t>
            </a:r>
            <a:r>
              <a:rPr lang="en-US" dirty="0"/>
              <a:t> </a:t>
            </a:r>
            <a:r>
              <a:rPr lang="en-US" dirty="0" err="1"/>
              <a:t>jfnf</a:t>
            </a:r>
            <a:r>
              <a:rPr lang="en-US" dirty="0"/>
              <a:t>=new </a:t>
            </a:r>
            <a:r>
              <a:rPr lang="en-US" dirty="0" err="1"/>
              <a:t>JavaFileNameFilter</a:t>
            </a:r>
            <a:r>
              <a:rPr lang="en-US" dirty="0"/>
              <a:t>("F", "java");</a:t>
            </a:r>
          </a:p>
          <a:p>
            <a:pPr algn="just"/>
            <a:r>
              <a:rPr lang="en-US" dirty="0"/>
              <a:t>   String files[]=</a:t>
            </a:r>
            <a:r>
              <a:rPr lang="en-US" dirty="0" err="1"/>
              <a:t>f.list</a:t>
            </a:r>
            <a:r>
              <a:rPr lang="en-US" dirty="0"/>
              <a:t>(</a:t>
            </a:r>
            <a:r>
              <a:rPr lang="en-US" dirty="0" err="1"/>
              <a:t>jfnf</a:t>
            </a:r>
            <a:r>
              <a:rPr lang="en-US" dirty="0"/>
              <a:t>); </a:t>
            </a:r>
          </a:p>
          <a:p>
            <a:pPr algn="just"/>
            <a:r>
              <a:rPr lang="en-US" dirty="0"/>
              <a:t>   // files which ends with java in above directory</a:t>
            </a:r>
          </a:p>
          <a:p>
            <a:pPr algn="just"/>
            <a:r>
              <a:rPr lang="en-US" dirty="0"/>
              <a:t>   // String files[]=</a:t>
            </a:r>
            <a:r>
              <a:rPr lang="en-US" dirty="0" err="1"/>
              <a:t>f.list</a:t>
            </a:r>
            <a:r>
              <a:rPr lang="en-US" dirty="0"/>
              <a:t>(); // return all the files</a:t>
            </a:r>
          </a:p>
          <a:p>
            <a:pPr algn="just"/>
            <a:r>
              <a:rPr lang="en-US" dirty="0"/>
              <a:t>   int </a:t>
            </a:r>
            <a:r>
              <a:rPr lang="en-US" dirty="0" err="1"/>
              <a:t>len</a:t>
            </a:r>
            <a:r>
              <a:rPr lang="en-US" dirty="0"/>
              <a:t>=</a:t>
            </a:r>
            <a:r>
              <a:rPr lang="en-US" dirty="0" err="1"/>
              <a:t>files.length</a:t>
            </a:r>
            <a:r>
              <a:rPr lang="en-US" dirty="0"/>
              <a:t>;</a:t>
            </a:r>
          </a:p>
          <a:p>
            <a:pPr algn="just"/>
            <a:r>
              <a:rPr lang="en-US" dirty="0"/>
              <a:t>   for(int </a:t>
            </a:r>
            <a:r>
              <a:rPr lang="en-US" dirty="0" err="1"/>
              <a:t>i</a:t>
            </a:r>
            <a:r>
              <a:rPr lang="en-US" dirty="0"/>
              <a:t>=0;i&lt;</a:t>
            </a:r>
            <a:r>
              <a:rPr lang="en-US" dirty="0" err="1"/>
              <a:t>len;i</a:t>
            </a:r>
            <a:r>
              <a:rPr lang="en-US" dirty="0"/>
              <a:t>++) {</a:t>
            </a:r>
          </a:p>
          <a:p>
            <a:pPr algn="just"/>
            <a:r>
              <a:rPr lang="en-US" dirty="0"/>
              <a:t>     </a:t>
            </a:r>
            <a:r>
              <a:rPr lang="en-US" dirty="0" err="1"/>
              <a:t>System.out.println</a:t>
            </a:r>
            <a:r>
              <a:rPr lang="en-US" dirty="0"/>
              <a:t>(files[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algn="just"/>
            <a:r>
              <a:rPr lang="en-US" dirty="0"/>
              <a:t>   }</a:t>
            </a:r>
          </a:p>
          <a:p>
            <a:pPr algn="just"/>
            <a:r>
              <a:rPr lang="en-US" dirty="0"/>
              <a:t>  }</a:t>
            </a:r>
          </a:p>
          <a:p>
            <a:pPr algn="just"/>
            <a:r>
              <a:rPr lang="en-US" dirty="0"/>
              <a:t>}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C8C2844-F24A-EBF6-88AA-40053FC5D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4231911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9B1852-A1F1-F6C9-D455-00FC16711C7B}"/>
              </a:ext>
            </a:extLst>
          </p:cNvPr>
          <p:cNvSpPr/>
          <p:nvPr/>
        </p:nvSpPr>
        <p:spPr>
          <a:xfrm>
            <a:off x="310101" y="741216"/>
            <a:ext cx="10111370" cy="6486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Example on determining File or Directory using File Object</a:t>
            </a:r>
            <a:endParaRPr lang="en-IN" sz="20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6D1C25-BC31-A61C-88F7-9CC2C7CF08FD}"/>
              </a:ext>
            </a:extLst>
          </p:cNvPr>
          <p:cNvSpPr txBox="1"/>
          <p:nvPr/>
        </p:nvSpPr>
        <p:spPr>
          <a:xfrm>
            <a:off x="358995" y="1433812"/>
            <a:ext cx="8126099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/>
              <a:t>// DetermineFileOrDirectory.java</a:t>
            </a:r>
          </a:p>
          <a:p>
            <a:pPr algn="just"/>
            <a:r>
              <a:rPr lang="en-US" sz="1600" dirty="0"/>
              <a:t>import java.io.*;</a:t>
            </a:r>
          </a:p>
          <a:p>
            <a:pPr algn="just"/>
            <a:r>
              <a:rPr lang="en-US" sz="1600" dirty="0"/>
              <a:t>public class </a:t>
            </a:r>
            <a:r>
              <a:rPr lang="en-US" sz="1600" dirty="0" err="1"/>
              <a:t>DetermineFileOrDirectory</a:t>
            </a:r>
            <a:r>
              <a:rPr lang="en-US" sz="1600" dirty="0"/>
              <a:t> {</a:t>
            </a:r>
          </a:p>
          <a:p>
            <a:pPr algn="just"/>
            <a:r>
              <a:rPr lang="en-US" sz="1600" dirty="0"/>
              <a:t>  public static void main(String rags[]) throws Exception {</a:t>
            </a:r>
          </a:p>
          <a:p>
            <a:pPr algn="just"/>
            <a:r>
              <a:rPr lang="en-US" sz="1600" dirty="0"/>
              <a:t>  </a:t>
            </a:r>
          </a:p>
          <a:p>
            <a:pPr algn="just"/>
            <a:r>
              <a:rPr lang="en-US" sz="1600" dirty="0"/>
              <a:t>  /* returns true if File object points to directory, returns false if File object points to file */</a:t>
            </a:r>
          </a:p>
          <a:p>
            <a:pPr algn="just"/>
            <a:r>
              <a:rPr lang="en-US" sz="1600" dirty="0"/>
              <a:t>  File f=new File("G:\\Material\\core\\am1\\io\\iostreams");</a:t>
            </a:r>
          </a:p>
          <a:p>
            <a:pPr algn="just"/>
            <a:r>
              <a:rPr lang="en-US" sz="1600" dirty="0"/>
              <a:t>  </a:t>
            </a:r>
            <a:r>
              <a:rPr lang="en-US" sz="1600" dirty="0" err="1"/>
              <a:t>System.out.println</a:t>
            </a:r>
            <a:r>
              <a:rPr lang="en-US" sz="1600" dirty="0"/>
              <a:t>(</a:t>
            </a:r>
            <a:r>
              <a:rPr lang="en-US" sz="1600" dirty="0" err="1"/>
              <a:t>f.isDirectory</a:t>
            </a:r>
            <a:r>
              <a:rPr lang="en-US" sz="1600" dirty="0"/>
              <a:t>());</a:t>
            </a:r>
          </a:p>
          <a:p>
            <a:pPr algn="just"/>
            <a:r>
              <a:rPr lang="en-US" sz="1600" dirty="0"/>
              <a:t>  </a:t>
            </a:r>
            <a:r>
              <a:rPr lang="en-US" sz="1600" dirty="0" err="1"/>
              <a:t>System.out.println</a:t>
            </a:r>
            <a:r>
              <a:rPr lang="en-US" sz="1600" dirty="0"/>
              <a:t>(</a:t>
            </a:r>
            <a:r>
              <a:rPr lang="en-US" sz="1600" dirty="0" err="1"/>
              <a:t>f.isFile</a:t>
            </a:r>
            <a:r>
              <a:rPr lang="en-US" sz="1600" dirty="0"/>
              <a:t>());</a:t>
            </a:r>
          </a:p>
          <a:p>
            <a:pPr algn="just"/>
            <a:r>
              <a:rPr lang="en-US" sz="1600" dirty="0"/>
              <a:t>  </a:t>
            </a:r>
          </a:p>
          <a:p>
            <a:pPr algn="just"/>
            <a:r>
              <a:rPr lang="en-US" sz="1600" dirty="0"/>
              <a:t>  // new directory is created</a:t>
            </a:r>
          </a:p>
          <a:p>
            <a:pPr algn="just"/>
            <a:r>
              <a:rPr lang="en-US" sz="1600" dirty="0"/>
              <a:t>  File f1=new File("G:\\Material\\core\\am1\\io\\file");</a:t>
            </a:r>
          </a:p>
          <a:p>
            <a:pPr algn="just"/>
            <a:r>
              <a:rPr lang="en-US" sz="1600" dirty="0"/>
              <a:t>  </a:t>
            </a:r>
            <a:r>
              <a:rPr lang="en-US" sz="1600" dirty="0" err="1"/>
              <a:t>System.out.println</a:t>
            </a:r>
            <a:r>
              <a:rPr lang="en-US" sz="1600" dirty="0"/>
              <a:t>(f1.mkdir());</a:t>
            </a:r>
          </a:p>
          <a:p>
            <a:pPr algn="just"/>
            <a:r>
              <a:rPr lang="en-US" sz="1600" dirty="0"/>
              <a:t>  </a:t>
            </a:r>
          </a:p>
          <a:p>
            <a:pPr algn="just"/>
            <a:r>
              <a:rPr lang="en-US" sz="1600" dirty="0"/>
              <a:t>  // .exe, .</a:t>
            </a:r>
            <a:r>
              <a:rPr lang="en-US" sz="1600" dirty="0" err="1"/>
              <a:t>cmd</a:t>
            </a:r>
            <a:r>
              <a:rPr lang="en-US" sz="1600" dirty="0"/>
              <a:t>, .bat are windows executable file</a:t>
            </a:r>
          </a:p>
          <a:p>
            <a:pPr algn="just"/>
            <a:r>
              <a:rPr lang="en-US" sz="1600" dirty="0"/>
              <a:t>  File f2=new File("C:\\Windows\\notepad.exe");</a:t>
            </a:r>
          </a:p>
          <a:p>
            <a:pPr algn="just"/>
            <a:r>
              <a:rPr lang="en-US" sz="1600" dirty="0"/>
              <a:t>  </a:t>
            </a:r>
            <a:r>
              <a:rPr lang="en-US" sz="1600" dirty="0" err="1"/>
              <a:t>System.out.println</a:t>
            </a:r>
            <a:r>
              <a:rPr lang="en-US" sz="1600" dirty="0"/>
              <a:t>(f2.canExecute());</a:t>
            </a:r>
          </a:p>
          <a:p>
            <a:pPr algn="just"/>
            <a:r>
              <a:rPr lang="en-US" sz="1600" dirty="0"/>
              <a:t>  </a:t>
            </a:r>
            <a:r>
              <a:rPr lang="en-US" sz="1600" dirty="0" err="1"/>
              <a:t>System.out.println</a:t>
            </a:r>
            <a:r>
              <a:rPr lang="en-US" sz="1600" dirty="0"/>
              <a:t>(f2.canRead());</a:t>
            </a:r>
          </a:p>
          <a:p>
            <a:pPr algn="just"/>
            <a:r>
              <a:rPr lang="en-US" sz="1600" dirty="0"/>
              <a:t>  </a:t>
            </a:r>
            <a:r>
              <a:rPr lang="en-US" sz="1600" dirty="0" err="1"/>
              <a:t>System.out.println</a:t>
            </a:r>
            <a:r>
              <a:rPr lang="en-US" sz="1600" dirty="0"/>
              <a:t>(f2.canWrite());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E98CC16-B1CC-8DA7-308C-28FB36A68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325769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9B1852-A1F1-F6C9-D455-00FC16711C7B}"/>
              </a:ext>
            </a:extLst>
          </p:cNvPr>
          <p:cNvSpPr/>
          <p:nvPr/>
        </p:nvSpPr>
        <p:spPr>
          <a:xfrm>
            <a:off x="310101" y="741216"/>
            <a:ext cx="10111370" cy="6486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Example on determining File or Directory using File Object</a:t>
            </a:r>
            <a:endParaRPr lang="en-IN" sz="20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6D1C25-BC31-A61C-88F7-9CC2C7CF08FD}"/>
              </a:ext>
            </a:extLst>
          </p:cNvPr>
          <p:cNvSpPr txBox="1"/>
          <p:nvPr/>
        </p:nvSpPr>
        <p:spPr>
          <a:xfrm>
            <a:off x="358995" y="1433812"/>
            <a:ext cx="5611499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/>
              <a:t> File f3=new File("G:\\Material\\core\\am1\\io\\file\\temp.txt");</a:t>
            </a:r>
          </a:p>
          <a:p>
            <a:pPr algn="just"/>
            <a:r>
              <a:rPr lang="en-US" sz="1600" dirty="0"/>
              <a:t>  </a:t>
            </a:r>
            <a:r>
              <a:rPr lang="en-US" sz="1600" dirty="0" err="1"/>
              <a:t>System.out.println</a:t>
            </a:r>
            <a:r>
              <a:rPr lang="en-US" sz="1600" dirty="0"/>
              <a:t>(f3.createNewFile());</a:t>
            </a:r>
          </a:p>
          <a:p>
            <a:pPr algn="just"/>
            <a:r>
              <a:rPr lang="en-US" sz="1600" dirty="0"/>
              <a:t>  </a:t>
            </a:r>
            <a:r>
              <a:rPr lang="en-US" sz="1600" dirty="0" err="1"/>
              <a:t>System.out.println</a:t>
            </a:r>
            <a:r>
              <a:rPr lang="en-US" sz="1600" dirty="0"/>
              <a:t>(new </a:t>
            </a:r>
            <a:r>
              <a:rPr lang="en-US" sz="1600" dirty="0" err="1"/>
              <a:t>java.util.Date</a:t>
            </a:r>
            <a:r>
              <a:rPr lang="en-US" sz="1600" dirty="0"/>
              <a:t>(f3.lastModified()));</a:t>
            </a:r>
          </a:p>
          <a:p>
            <a:pPr algn="just"/>
            <a:r>
              <a:rPr lang="en-US" sz="1600" dirty="0"/>
              <a:t>  </a:t>
            </a:r>
            <a:r>
              <a:rPr lang="en-US" sz="1600" dirty="0" err="1"/>
              <a:t>System.out.println</a:t>
            </a:r>
            <a:r>
              <a:rPr lang="en-US" sz="1600" dirty="0"/>
              <a:t>(f3.length());</a:t>
            </a:r>
          </a:p>
          <a:p>
            <a:pPr algn="just"/>
            <a:r>
              <a:rPr lang="en-US" sz="1600" dirty="0"/>
              <a:t>  </a:t>
            </a:r>
            <a:r>
              <a:rPr lang="en-US" sz="1600" dirty="0" err="1"/>
              <a:t>System.out.println</a:t>
            </a:r>
            <a:r>
              <a:rPr lang="en-US" sz="1600" dirty="0"/>
              <a:t>(f3.isHidden());</a:t>
            </a:r>
          </a:p>
          <a:p>
            <a:pPr algn="just"/>
            <a:r>
              <a:rPr lang="en-US" sz="1600" dirty="0"/>
              <a:t>  // </a:t>
            </a:r>
            <a:r>
              <a:rPr lang="en-US" sz="1600" dirty="0" err="1"/>
              <a:t>System.out.println</a:t>
            </a:r>
            <a:r>
              <a:rPr lang="en-US" sz="1600" dirty="0"/>
              <a:t>(f3.delete()); // deletes file immediately</a:t>
            </a:r>
          </a:p>
          <a:p>
            <a:pPr algn="just"/>
            <a:r>
              <a:rPr lang="en-US" sz="1600" dirty="0"/>
              <a:t>  // f3.deleteOnExit();</a:t>
            </a:r>
          </a:p>
          <a:p>
            <a:pPr algn="just"/>
            <a:r>
              <a:rPr lang="en-US" sz="1600" dirty="0"/>
              <a:t>  // deletes file during JVM termination/our program exit</a:t>
            </a:r>
          </a:p>
          <a:p>
            <a:pPr algn="just"/>
            <a:r>
              <a:rPr lang="en-US" sz="1600" dirty="0"/>
              <a:t>  </a:t>
            </a:r>
          </a:p>
          <a:p>
            <a:pPr algn="just"/>
            <a:r>
              <a:rPr lang="en-US" sz="1600" dirty="0"/>
              <a:t>  </a:t>
            </a:r>
            <a:r>
              <a:rPr lang="en-US" sz="1600" dirty="0" err="1"/>
              <a:t>System.out.println</a:t>
            </a:r>
            <a:r>
              <a:rPr lang="en-US" sz="1600" dirty="0"/>
              <a:t>(f3.getAbsoluteFile());</a:t>
            </a:r>
          </a:p>
          <a:p>
            <a:pPr algn="just"/>
            <a:r>
              <a:rPr lang="en-US" sz="1600" dirty="0"/>
              <a:t>  </a:t>
            </a:r>
            <a:r>
              <a:rPr lang="en-US" sz="1600" dirty="0" err="1"/>
              <a:t>System.out.println</a:t>
            </a:r>
            <a:r>
              <a:rPr lang="en-US" sz="1600" dirty="0"/>
              <a:t>(f3.getAbsolutePath());</a:t>
            </a:r>
          </a:p>
          <a:p>
            <a:pPr algn="just"/>
            <a:r>
              <a:rPr lang="en-US" sz="1600" dirty="0"/>
              <a:t>  </a:t>
            </a:r>
            <a:r>
              <a:rPr lang="en-US" sz="1600" dirty="0" err="1"/>
              <a:t>System.out.println</a:t>
            </a:r>
            <a:r>
              <a:rPr lang="en-US" sz="1600" dirty="0"/>
              <a:t>(f3.getCanonicalFile());</a:t>
            </a:r>
          </a:p>
          <a:p>
            <a:pPr algn="just"/>
            <a:r>
              <a:rPr lang="en-US" sz="1600" dirty="0"/>
              <a:t>  </a:t>
            </a:r>
            <a:r>
              <a:rPr lang="en-US" sz="1600" dirty="0" err="1"/>
              <a:t>System.out.println</a:t>
            </a:r>
            <a:r>
              <a:rPr lang="en-US" sz="1600" dirty="0"/>
              <a:t>(f3.getCanonicalPath());</a:t>
            </a:r>
          </a:p>
          <a:p>
            <a:pPr algn="just"/>
            <a:r>
              <a:rPr lang="en-US" sz="1600" dirty="0"/>
              <a:t>  </a:t>
            </a:r>
          </a:p>
          <a:p>
            <a:pPr algn="just"/>
            <a:r>
              <a:rPr lang="en-US" sz="1600" dirty="0"/>
              <a:t>  </a:t>
            </a:r>
            <a:r>
              <a:rPr lang="en-US" sz="1600" dirty="0" err="1"/>
              <a:t>System.out.println</a:t>
            </a:r>
            <a:r>
              <a:rPr lang="en-US" sz="1600" dirty="0"/>
              <a:t>(f3.getName());</a:t>
            </a:r>
          </a:p>
          <a:p>
            <a:pPr algn="just"/>
            <a:r>
              <a:rPr lang="en-US" sz="1600" dirty="0"/>
              <a:t>  </a:t>
            </a:r>
            <a:r>
              <a:rPr lang="en-US" sz="1600" dirty="0" err="1"/>
              <a:t>System.out.println</a:t>
            </a:r>
            <a:r>
              <a:rPr lang="en-US" sz="1600" dirty="0"/>
              <a:t>(f3.getParent());</a:t>
            </a:r>
          </a:p>
          <a:p>
            <a:pPr algn="just"/>
            <a:r>
              <a:rPr lang="en-US" sz="1600" dirty="0"/>
              <a:t>  </a:t>
            </a:r>
            <a:r>
              <a:rPr lang="en-US" sz="1600" dirty="0" err="1"/>
              <a:t>System.out.println</a:t>
            </a:r>
            <a:r>
              <a:rPr lang="en-US" sz="1600" dirty="0"/>
              <a:t>(f3.getPath());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3D5610B-D31E-C83A-DAC4-4463FE78E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296263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9B1852-A1F1-F6C9-D455-00FC16711C7B}"/>
              </a:ext>
            </a:extLst>
          </p:cNvPr>
          <p:cNvSpPr/>
          <p:nvPr/>
        </p:nvSpPr>
        <p:spPr>
          <a:xfrm>
            <a:off x="310101" y="741216"/>
            <a:ext cx="10111370" cy="6486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Example on determining File or Directory using File Object</a:t>
            </a:r>
            <a:endParaRPr lang="en-IN" sz="20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6D1C25-BC31-A61C-88F7-9CC2C7CF08FD}"/>
              </a:ext>
            </a:extLst>
          </p:cNvPr>
          <p:cNvSpPr txBox="1"/>
          <p:nvPr/>
        </p:nvSpPr>
        <p:spPr>
          <a:xfrm>
            <a:off x="358995" y="1433812"/>
            <a:ext cx="81260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/>
              <a:t> File f4=new File("C:\\");</a:t>
            </a:r>
          </a:p>
          <a:p>
            <a:pPr algn="just"/>
            <a:r>
              <a:rPr lang="en-US" sz="1600" dirty="0"/>
              <a:t>  </a:t>
            </a:r>
            <a:r>
              <a:rPr lang="en-US" sz="1600" dirty="0" err="1"/>
              <a:t>System.out.println</a:t>
            </a:r>
            <a:r>
              <a:rPr lang="en-US" sz="1600" dirty="0"/>
              <a:t>(f4.getTotalSpace());</a:t>
            </a:r>
          </a:p>
          <a:p>
            <a:pPr algn="just"/>
            <a:r>
              <a:rPr lang="en-US" sz="1600" dirty="0"/>
              <a:t>  </a:t>
            </a:r>
            <a:r>
              <a:rPr lang="en-US" sz="1600" dirty="0" err="1"/>
              <a:t>System.out.println</a:t>
            </a:r>
            <a:r>
              <a:rPr lang="en-US" sz="1600" dirty="0"/>
              <a:t>(f4.getUsableSpace());</a:t>
            </a:r>
          </a:p>
          <a:p>
            <a:pPr algn="just"/>
            <a:r>
              <a:rPr lang="en-US" sz="1600" dirty="0"/>
              <a:t>  </a:t>
            </a:r>
          </a:p>
          <a:p>
            <a:pPr algn="just"/>
            <a:r>
              <a:rPr lang="en-US" sz="1600" dirty="0"/>
              <a:t>   File f5=new File("G:\\Material\\core\\am1\\io\\iostreams");</a:t>
            </a:r>
          </a:p>
          <a:p>
            <a:pPr algn="just"/>
            <a:r>
              <a:rPr lang="en-US" sz="1600" dirty="0"/>
              <a:t>   String files[]=f5.list();</a:t>
            </a:r>
          </a:p>
          <a:p>
            <a:pPr algn="just"/>
            <a:r>
              <a:rPr lang="en-US" sz="1600" dirty="0"/>
              <a:t>   int </a:t>
            </a:r>
            <a:r>
              <a:rPr lang="en-US" sz="1600" dirty="0" err="1"/>
              <a:t>len</a:t>
            </a:r>
            <a:r>
              <a:rPr lang="en-US" sz="1600" dirty="0"/>
              <a:t>=</a:t>
            </a:r>
            <a:r>
              <a:rPr lang="en-US" sz="1600" dirty="0" err="1"/>
              <a:t>files.length</a:t>
            </a:r>
            <a:r>
              <a:rPr lang="en-US" sz="1600" dirty="0"/>
              <a:t>;</a:t>
            </a:r>
          </a:p>
          <a:p>
            <a:pPr algn="just"/>
            <a:r>
              <a:rPr lang="en-US" sz="1600" dirty="0"/>
              <a:t>   for(int </a:t>
            </a:r>
            <a:r>
              <a:rPr lang="en-US" sz="1600" dirty="0" err="1"/>
              <a:t>i</a:t>
            </a:r>
            <a:r>
              <a:rPr lang="en-US" sz="1600" dirty="0"/>
              <a:t>=0;i&lt;</a:t>
            </a:r>
            <a:r>
              <a:rPr lang="en-US" sz="1600" dirty="0" err="1"/>
              <a:t>len;i</a:t>
            </a:r>
            <a:r>
              <a:rPr lang="en-US" sz="1600" dirty="0"/>
              <a:t>++) {</a:t>
            </a:r>
          </a:p>
          <a:p>
            <a:pPr algn="just"/>
            <a:r>
              <a:rPr lang="en-US" sz="1600" dirty="0"/>
              <a:t>     File f6=new File(f5+"\\"+files[</a:t>
            </a:r>
            <a:r>
              <a:rPr lang="en-US" sz="1600" dirty="0" err="1"/>
              <a:t>i</a:t>
            </a:r>
            <a:r>
              <a:rPr lang="en-US" sz="1600" dirty="0"/>
              <a:t>]);</a:t>
            </a:r>
          </a:p>
          <a:p>
            <a:pPr algn="just"/>
            <a:r>
              <a:rPr lang="en-US" sz="1600" dirty="0"/>
              <a:t>     if(f6.isDirectory()) {</a:t>
            </a:r>
          </a:p>
          <a:p>
            <a:pPr algn="just"/>
            <a:r>
              <a:rPr lang="en-US" sz="1600" dirty="0"/>
              <a:t>       </a:t>
            </a:r>
            <a:r>
              <a:rPr lang="en-US" sz="1600" dirty="0" err="1"/>
              <a:t>System.out.println</a:t>
            </a:r>
            <a:r>
              <a:rPr lang="en-US" sz="1600" dirty="0"/>
              <a:t>(files[</a:t>
            </a:r>
            <a:r>
              <a:rPr lang="en-US" sz="1600" dirty="0" err="1"/>
              <a:t>i</a:t>
            </a:r>
            <a:r>
              <a:rPr lang="en-US" sz="1600" dirty="0"/>
              <a:t>]+" is a directory");</a:t>
            </a:r>
          </a:p>
          <a:p>
            <a:pPr algn="just"/>
            <a:r>
              <a:rPr lang="en-US" sz="1600" dirty="0"/>
              <a:t>     } </a:t>
            </a:r>
          </a:p>
          <a:p>
            <a:pPr algn="just"/>
            <a:r>
              <a:rPr lang="en-US" sz="1600" dirty="0"/>
              <a:t>     else {</a:t>
            </a:r>
          </a:p>
          <a:p>
            <a:pPr algn="just"/>
            <a:r>
              <a:rPr lang="en-US" sz="1600" dirty="0"/>
              <a:t>       </a:t>
            </a:r>
            <a:r>
              <a:rPr lang="en-US" sz="1600" dirty="0" err="1"/>
              <a:t>System.out.println</a:t>
            </a:r>
            <a:r>
              <a:rPr lang="en-US" sz="1600" dirty="0"/>
              <a:t>(files[</a:t>
            </a:r>
            <a:r>
              <a:rPr lang="en-US" sz="1600" dirty="0" err="1"/>
              <a:t>i</a:t>
            </a:r>
            <a:r>
              <a:rPr lang="en-US" sz="1600" dirty="0"/>
              <a:t>]+" is a file, is hidden "+f1.isHidden());</a:t>
            </a:r>
          </a:p>
          <a:p>
            <a:pPr algn="just"/>
            <a:r>
              <a:rPr lang="en-US" sz="1600" dirty="0"/>
              <a:t>     } // else </a:t>
            </a:r>
          </a:p>
          <a:p>
            <a:pPr algn="just"/>
            <a:r>
              <a:rPr lang="en-US" sz="1600" dirty="0"/>
              <a:t>   }// for()</a:t>
            </a:r>
          </a:p>
          <a:p>
            <a:pPr algn="just"/>
            <a:r>
              <a:rPr lang="en-US" sz="1600" dirty="0"/>
              <a:t>  } // main()</a:t>
            </a:r>
          </a:p>
          <a:p>
            <a:pPr algn="just"/>
            <a:r>
              <a:rPr lang="en-US" sz="1600" dirty="0"/>
              <a:t>} // class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2101507-32E3-0544-A1AB-3D02F0F80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124102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841</TotalTime>
  <Words>2364</Words>
  <Application>Microsoft Office PowerPoint</Application>
  <PresentationFormat>Widescreen</PresentationFormat>
  <Paragraphs>318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</vt:lpstr>
      <vt:lpstr>Bookman Old Style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ICT_4</dc:creator>
  <cp:lastModifiedBy>nivas .</cp:lastModifiedBy>
  <cp:revision>65</cp:revision>
  <dcterms:created xsi:type="dcterms:W3CDTF">2021-09-13T09:22:41Z</dcterms:created>
  <dcterms:modified xsi:type="dcterms:W3CDTF">2023-08-24T05:02:11Z</dcterms:modified>
</cp:coreProperties>
</file>