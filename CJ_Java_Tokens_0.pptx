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66"/>
    <a:srgbClr val="990033"/>
    <a:srgbClr val="0000FF"/>
    <a:srgbClr val="3399FF"/>
    <a:srgbClr val="FF9933"/>
    <a:srgbClr val="FF5050"/>
    <a:srgbClr val="F105D3"/>
    <a:srgbClr val="902B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7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76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7D53D4-ADD2-48AC-8994-14A51F0D23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0537EA9-7966-48DB-8A37-F2A824B84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65E772E-FB9A-427D-A4FB-DDA4C70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37A32E3-D1D5-46C6-AB63-9F796F5B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56DE672-2E16-4C2D-BE2B-5E484F172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414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69C132-9C22-4029-B989-13CBB40B5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9E3EE7-F4CB-4065-A44E-0318879BB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3DB2CBC-33D2-4A33-B187-2CD7DA66C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8BBEDA-6CC0-4558-9D29-AB6DD426B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CAA790F-764D-42B5-A732-7C09D26B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48941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DD30C65-FF2A-4010-8C73-BB6E50131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724171B-58EF-43B4-84A8-E189462C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D6566F5-22D5-459C-990D-7013F4D89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6CC63D-E273-4AAA-95C9-E401177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DBCFC71-6835-40D7-B028-B3CB4223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74272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AD4678-1CB9-4E61-9A69-472A205A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2D61F08-F7B7-408E-BEDD-156B3EB71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202C45BB-AABE-4D19-813B-EC4B59505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49E3F09-087B-4D93-9258-8AF6657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0944505-AD8E-4AAE-91A7-1E3E3739C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E6EA56F-3ACC-4F18-9178-D44D8FC2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37096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3E4EF0-CA05-417F-B465-4F0A09295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F4F7286-079E-4D01-9619-DC462E59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719288F-0A0B-483F-BB13-3EDE5C3DA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672A0B30-266B-488F-B6CB-4AD30D85D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23F90638-24C7-42C8-8931-B2B348493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9C666EBA-30E0-4DF0-96BE-62BE6AB51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93E8E635-E195-41C7-81C8-D33449361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9780DF9-B1D9-49B8-81AF-4B716B67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7652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9DFEEF-8D2B-4F54-B662-31AEFD3D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1297C29-F3EE-4250-9919-93948D0BE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4AADB8D-7767-4295-999A-A9CDFEC2C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0748590-559B-4E6B-AF48-236BD7F81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5514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A9AAAFAD-BAB5-47A0-9962-AC707DCEE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BE7E0FD4-2958-49A6-9B7B-5BCE813D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47CCC7F-90C7-40A3-A729-679A94EC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2796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A927E8-8760-4B04-BDEF-1AC275A52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112E94A-ABB1-48E4-A3B6-4DA4142E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BF4EB3F-9F7E-4886-B5A3-9143917E74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D7C9E36-A297-4BF1-AC4B-B05E7A56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C0882DF-10C8-41FD-B12B-C4E3CD89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A6D6DCD-5CAB-493D-B90D-5FB3795C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2865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8D295E-4A9D-40B5-962D-C4201C17D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68576C82-F6F1-4481-84C6-40A1DE0A0A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08E40E7-4BEF-4AE8-A81B-8308860BF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DED0C40-7C93-47EE-B801-F4B254FD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08C15F7-71FB-46EE-9034-CEFA3785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A5B243A-27C1-407B-995C-C80EDDD3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6079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AB3B020-63B9-4BF9-B46E-630CCA8D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F7A50300-809F-4B1C-BF1F-2C1EF82E1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7BD4618-E7CC-4722-B3AA-20767EE3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EEC0B0F-962D-40AE-ABD3-0EA484E15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740AE87-E966-4036-A783-F3B961665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71180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003D95C4-7F0B-4781-8E51-FCBD7CF6CD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9636C176-4EC6-451D-9FCF-4E0B4E798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842DD7-D7F2-4D2D-B342-780C9519A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B1DD1C9-3310-40BF-A04F-E566FCA5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9A0831-D597-4CA4-AB0B-B9DDC151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4531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A3B9F031-B0EE-4257-8C48-672A5B27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ACC5C53-8193-4B94-A5A2-9272C0FC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A7540B0-D806-4E03-A997-E808A0A9AF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F8FD7-6664-4EC7-B781-79F419E034EE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CBE7AA-0209-485D-98A0-22386CF87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362E21E-194A-44F2-8CEA-40483DA3B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A21A4-CB3A-4A18-A46B-5DD1945693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34378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ADD8F137-DAC0-45A6-8018-20BFC1D3C41B}"/>
              </a:ext>
            </a:extLst>
          </p:cNvPr>
          <p:cNvGrpSpPr/>
          <p:nvPr/>
        </p:nvGrpSpPr>
        <p:grpSpPr>
          <a:xfrm>
            <a:off x="0" y="-6016"/>
            <a:ext cx="12192001" cy="6864016"/>
            <a:chOff x="0" y="-6016"/>
            <a:chExt cx="12192001" cy="6864016"/>
          </a:xfrm>
        </p:grpSpPr>
        <p:sp>
          <p:nvSpPr>
            <p:cNvPr id="4" name="Half Frame 3">
              <a:extLst>
                <a:ext uri="{FF2B5EF4-FFF2-40B4-BE49-F238E27FC236}">
                  <a16:creationId xmlns="" xmlns:a16="http://schemas.microsoft.com/office/drawing/2014/main" id="{4A50334D-EFFE-490A-A4B2-DBFF18B49D37}"/>
                </a:ext>
              </a:extLst>
            </p:cNvPr>
            <p:cNvSpPr/>
            <p:nvPr/>
          </p:nvSpPr>
          <p:spPr>
            <a:xfrm>
              <a:off x="0" y="0"/>
              <a:ext cx="571500" cy="3374858"/>
            </a:xfrm>
            <a:prstGeom prst="halfFrame">
              <a:avLst>
                <a:gd name="adj1" fmla="val 21754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5" name="Half Frame 4">
              <a:extLst>
                <a:ext uri="{FF2B5EF4-FFF2-40B4-BE49-F238E27FC236}">
                  <a16:creationId xmlns="" xmlns:a16="http://schemas.microsoft.com/office/drawing/2014/main" id="{19E3DEFD-912C-4784-B415-0FCF6B69EE26}"/>
                </a:ext>
              </a:extLst>
            </p:cNvPr>
            <p:cNvSpPr/>
            <p:nvPr/>
          </p:nvSpPr>
          <p:spPr>
            <a:xfrm flipH="1">
              <a:off x="11620500" y="0"/>
              <a:ext cx="571499" cy="3188368"/>
            </a:xfrm>
            <a:prstGeom prst="halfFrame">
              <a:avLst>
                <a:gd name="adj1" fmla="val 22807"/>
                <a:gd name="adj2" fmla="val 23860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6" name="Half Frame 5">
              <a:extLst>
                <a:ext uri="{FF2B5EF4-FFF2-40B4-BE49-F238E27FC236}">
                  <a16:creationId xmlns="" xmlns:a16="http://schemas.microsoft.com/office/drawing/2014/main" id="{1FADA394-9CE6-47B8-9423-22A6A7E6042F}"/>
                </a:ext>
              </a:extLst>
            </p:cNvPr>
            <p:cNvSpPr/>
            <p:nvPr/>
          </p:nvSpPr>
          <p:spPr>
            <a:xfrm rot="10800000" flipH="1">
              <a:off x="1" y="3429000"/>
              <a:ext cx="571499" cy="3429000"/>
            </a:xfrm>
            <a:prstGeom prst="halfFrame">
              <a:avLst>
                <a:gd name="adj1" fmla="val 23859"/>
                <a:gd name="adj2" fmla="val 22807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9F592831-48C2-4F5E-BCE8-029CAF5E3037}"/>
                </a:ext>
              </a:extLst>
            </p:cNvPr>
            <p:cNvSpPr/>
            <p:nvPr/>
          </p:nvSpPr>
          <p:spPr>
            <a:xfrm>
              <a:off x="0" y="-6016"/>
              <a:ext cx="12191996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="" xmlns:a16="http://schemas.microsoft.com/office/drawing/2014/main" id="{D21DA5EE-6165-4B04-9F39-9A8BF7F705AD}"/>
                </a:ext>
              </a:extLst>
            </p:cNvPr>
            <p:cNvGrpSpPr/>
            <p:nvPr/>
          </p:nvGrpSpPr>
          <p:grpSpPr>
            <a:xfrm>
              <a:off x="2931693" y="0"/>
              <a:ext cx="6436895" cy="648690"/>
              <a:chOff x="2877550" y="55045"/>
              <a:chExt cx="6436895" cy="648690"/>
            </a:xfrm>
          </p:grpSpPr>
          <p:sp>
            <p:nvSpPr>
              <p:cNvPr id="22" name="Flowchart: Terminator 21">
                <a:extLst>
                  <a:ext uri="{FF2B5EF4-FFF2-40B4-BE49-F238E27FC236}">
                    <a16:creationId xmlns="" xmlns:a16="http://schemas.microsoft.com/office/drawing/2014/main" id="{EC09E713-EDB5-4C72-9BF3-C3CCEC62B0A3}"/>
                  </a:ext>
                </a:extLst>
              </p:cNvPr>
              <p:cNvSpPr/>
              <p:nvPr/>
            </p:nvSpPr>
            <p:spPr>
              <a:xfrm>
                <a:off x="2877550" y="55045"/>
                <a:ext cx="6436895" cy="648690"/>
              </a:xfrm>
              <a:prstGeom prst="flowChartTerminator">
                <a:avLst/>
              </a:prstGeom>
              <a:solidFill>
                <a:srgbClr val="8725FE"/>
              </a:solidFill>
              <a:ln w="12700">
                <a:miter lim="400000"/>
              </a:ln>
              <a:scene3d>
                <a:camera prst="orthographicFront"/>
                <a:lightRig rig="threePt" dir="t"/>
              </a:scene3d>
              <a:sp3d>
                <a:bevelT prst="slope"/>
              </a:sp3d>
            </p:spPr>
            <p:txBody>
              <a:bodyPr lIns="45719" rIns="45719" anchor="ctr">
                <a:scene3d>
                  <a:camera prst="orthographicFront"/>
                  <a:lightRig rig="soft" dir="t">
                    <a:rot lat="0" lon="0" rev="15600000"/>
                  </a:lightRig>
                </a:scene3d>
                <a:sp3d extrusionH="57150" prstMaterial="softEdge">
                  <a:bevelT w="25400" h="38100"/>
                </a:sp3d>
              </a:bodyPr>
              <a:lstStyle/>
              <a:p>
                <a:pPr algn="ctr"/>
                <a:endParaRPr lang="en-US" sz="16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BB13E557-7C61-4001-8226-000F4916CFF2}"/>
                  </a:ext>
                </a:extLst>
              </p:cNvPr>
              <p:cNvSpPr txBox="1"/>
              <p:nvPr/>
            </p:nvSpPr>
            <p:spPr>
              <a:xfrm>
                <a:off x="2977813" y="210113"/>
                <a:ext cx="62363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 smtClean="0">
                    <a:solidFill>
                      <a:schemeClr val="bg1"/>
                    </a:solidFill>
                    <a:latin typeface="Bookman Old Style" panose="02050604050505020204" pitchFamily="18" charset="0"/>
                  </a:rPr>
                  <a:t>Java Tokens</a:t>
                </a:r>
                <a:endParaRPr lang="en-US" b="1" dirty="0">
                  <a:solidFill>
                    <a:schemeClr val="bg1"/>
                  </a:solidFill>
                  <a:latin typeface="Bookman Old Style" panose="02050604050505020204" pitchFamily="18" charset="0"/>
                </a:endParaRPr>
              </a:p>
            </p:txBody>
          </p:sp>
        </p:grpSp>
        <p:sp>
          <p:nvSpPr>
            <p:cNvPr id="15" name="Flowchart: Multidocument 14">
              <a:extLst>
                <a:ext uri="{FF2B5EF4-FFF2-40B4-BE49-F238E27FC236}">
                  <a16:creationId xmlns="" xmlns:a16="http://schemas.microsoft.com/office/drawing/2014/main" id="{EEF90758-BA58-49AE-B5D1-3023148A8D8D}"/>
                </a:ext>
              </a:extLst>
            </p:cNvPr>
            <p:cNvSpPr/>
            <p:nvPr/>
          </p:nvSpPr>
          <p:spPr>
            <a:xfrm>
              <a:off x="10653962" y="137426"/>
              <a:ext cx="1410335" cy="1086967"/>
            </a:xfrm>
            <a:prstGeom prst="flowChartMultidocument">
              <a:avLst/>
            </a:prstGeom>
            <a:solidFill>
              <a:srgbClr val="A50021"/>
            </a:solidFill>
            <a:ln>
              <a:solidFill>
                <a:srgbClr val="FFFF00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5A11C925-F9FE-4A17-99BD-C9170152C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09414" y="366421"/>
              <a:ext cx="577382" cy="631957"/>
            </a:xfrm>
            <a:prstGeom prst="roundRect">
              <a:avLst>
                <a:gd name="adj" fmla="val 16667"/>
              </a:avLst>
            </a:prstGeom>
            <a:ln>
              <a:solidFill>
                <a:srgbClr val="FFFF00"/>
              </a:solidFill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2" name="Rectangle 1">
              <a:extLst>
                <a:ext uri="{FF2B5EF4-FFF2-40B4-BE49-F238E27FC236}">
                  <a16:creationId xmlns="" xmlns:a16="http://schemas.microsoft.com/office/drawing/2014/main" id="{C7B95A3F-3779-4B9A-90EF-86114F5D4E50}"/>
                </a:ext>
              </a:extLst>
            </p:cNvPr>
            <p:cNvSpPr/>
            <p:nvPr/>
          </p:nvSpPr>
          <p:spPr>
            <a:xfrm>
              <a:off x="9414711" y="4048625"/>
              <a:ext cx="2649586" cy="268304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Don’t write or place any image in this area </a:t>
              </a:r>
            </a:p>
          </p:txBody>
        </p:sp>
        <p:sp>
          <p:nvSpPr>
            <p:cNvPr id="17" name="Half Frame 16">
              <a:extLst>
                <a:ext uri="{FF2B5EF4-FFF2-40B4-BE49-F238E27FC236}">
                  <a16:creationId xmlns="" xmlns:a16="http://schemas.microsoft.com/office/drawing/2014/main" id="{457E8BC2-FE67-470A-B461-43D1BB07A778}"/>
                </a:ext>
              </a:extLst>
            </p:cNvPr>
            <p:cNvSpPr/>
            <p:nvPr/>
          </p:nvSpPr>
          <p:spPr>
            <a:xfrm rot="10800000">
              <a:off x="11620497" y="3302668"/>
              <a:ext cx="571499" cy="3555332"/>
            </a:xfrm>
            <a:prstGeom prst="halfFrame">
              <a:avLst>
                <a:gd name="adj1" fmla="val 22807"/>
                <a:gd name="adj2" fmla="val 23859"/>
              </a:avLst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="" xmlns:a16="http://schemas.microsoft.com/office/drawing/2014/main" id="{BE9D28D4-0E0A-46F5-BE01-538824D4D675}"/>
                </a:ext>
              </a:extLst>
            </p:cNvPr>
            <p:cNvSpPr/>
            <p:nvPr/>
          </p:nvSpPr>
          <p:spPr>
            <a:xfrm>
              <a:off x="1" y="6731668"/>
              <a:ext cx="12192000" cy="126332"/>
            </a:xfrm>
            <a:prstGeom prst="rect">
              <a:avLst/>
            </a:prstGeom>
            <a:solidFill>
              <a:srgbClr val="902BFF"/>
            </a:solidFill>
            <a:ln>
              <a:solidFill>
                <a:srgbClr val="902BFF"/>
              </a:solidFill>
            </a:ln>
            <a:scene3d>
              <a:camera prst="orthographicFront"/>
              <a:lightRig rig="threePt" dir="t"/>
            </a:scene3d>
            <a:sp3d>
              <a:bevelT prst="slop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902BFF"/>
                  </a:solidFill>
                </a:ln>
                <a:solidFill>
                  <a:srgbClr val="902BFF"/>
                </a:solidFill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8926E692-C2BA-4CA4-96A9-4894146636A4}"/>
              </a:ext>
            </a:extLst>
          </p:cNvPr>
          <p:cNvSpPr txBox="1"/>
          <p:nvPr/>
        </p:nvSpPr>
        <p:spPr>
          <a:xfrm>
            <a:off x="285750" y="824283"/>
            <a:ext cx="16055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Java Tokens</a:t>
            </a:r>
            <a:endParaRPr lang="en-US" sz="20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70400" y="3244334"/>
            <a:ext cx="4851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https://www.geeksforgeeks.org/java/java-tokens/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5343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17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ICT_4</dc:creator>
  <cp:lastModifiedBy>dell1</cp:lastModifiedBy>
  <cp:revision>24</cp:revision>
  <dcterms:created xsi:type="dcterms:W3CDTF">2021-09-13T09:22:41Z</dcterms:created>
  <dcterms:modified xsi:type="dcterms:W3CDTF">2025-11-05T17:06:31Z</dcterms:modified>
</cp:coreProperties>
</file>