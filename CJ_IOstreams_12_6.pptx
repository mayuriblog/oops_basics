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00FF"/>
    <a:srgbClr val="3399FF"/>
    <a:srgbClr val="003F66"/>
    <a:srgbClr val="990033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8008D-D4AE-418D-9337-2E319B774724}" type="datetimeFigureOut">
              <a:rPr lang="en-IN" smtClean="0"/>
              <a:t>24-08-2023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A1071-31E5-4DA4-B002-C60CB31E0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9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54A97-3D2E-4102-8E04-3C5675A99AC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BA62-DE46-41BE-A840-A8174197F98A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19AB-8A89-47D0-90B6-CFC5B4EAB027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39AF-3DA1-4268-8A2C-07CB93FBE45C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B62A-DBFF-48CA-8B14-06CB3679B15D}" type="datetime1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E09B6-5310-464C-829A-A0B4F5C449D6}" type="datetime1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07F7D-277E-422F-9AA5-8218C43993AF}" type="datetime1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F0F8-BBC8-42C4-A089-95C7ACA02D41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05C6-A4DC-4956-8F5D-8F6253DFDAD2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218D2-9334-45B1-8EFB-850EAC1385A2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808-95E2-4D66-8C51-EFCADC070AE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30BFE-3F6C-4970-A639-1E57EC30C735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530290" y="2069989"/>
            <a:ext cx="7281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Streams in Java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java.io package</a:t>
            </a:r>
            <a:endParaRPr lang="en-US" sz="6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3689266" y="3656892"/>
            <a:ext cx="30909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- VI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0B6ED11-C4D9-E79E-0375-3DBD49C3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126268" y="1112364"/>
            <a:ext cx="7321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RandomAccessFile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1025339" y="2066873"/>
            <a:ext cx="84048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FileInputStream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FileOutputStreams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Sequential Files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data from the beginning of the file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data from the beginning of the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F1E53-4329-62F0-1E11-69C60C101362}"/>
              </a:ext>
            </a:extLst>
          </p:cNvPr>
          <p:cNvSpPr txBox="1"/>
          <p:nvPr/>
        </p:nvSpPr>
        <p:spPr>
          <a:xfrm>
            <a:off x="1025339" y="3352772"/>
            <a:ext cx="8105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RandomAccessFile is Random Access File</a:t>
            </a:r>
          </a:p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reads data from anywhere in the file</a:t>
            </a:r>
          </a:p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writes data from anywhere in the file	</a:t>
            </a:r>
            <a:endParaRPr lang="en-IN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46896A-7ABE-7DE3-A8C7-E8608C56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14309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36C5535-BC2F-3267-65C1-5BAA7E213262}"/>
              </a:ext>
            </a:extLst>
          </p:cNvPr>
          <p:cNvSpPr txBox="1"/>
          <p:nvPr/>
        </p:nvSpPr>
        <p:spPr>
          <a:xfrm>
            <a:off x="571500" y="770440"/>
            <a:ext cx="8458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Note: </a:t>
            </a:r>
          </a:p>
          <a:p>
            <a:pPr algn="just"/>
            <a:r>
              <a:rPr lang="en-US" b="1" dirty="0"/>
              <a:t>	- With RandomAccessFile we can read-write data to and from only text files.</a:t>
            </a:r>
          </a:p>
          <a:p>
            <a:pPr algn="just"/>
            <a:r>
              <a:rPr lang="en-US" b="1" dirty="0"/>
              <a:t>	- To perform CRUD operations on</a:t>
            </a:r>
          </a:p>
          <a:p>
            <a:pPr algn="just"/>
            <a:r>
              <a:rPr lang="en-US" b="1" dirty="0"/>
              <a:t>		- Excel - Apache POI API is used</a:t>
            </a:r>
          </a:p>
          <a:p>
            <a:pPr algn="just"/>
            <a:r>
              <a:rPr lang="en-US" b="1" dirty="0"/>
              <a:t>		- PDF - Apache FOP API</a:t>
            </a:r>
          </a:p>
          <a:p>
            <a:pPr algn="just"/>
            <a:r>
              <a:rPr lang="en-US" b="1" dirty="0"/>
              <a:t>		- XML - Java XML Parser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C48FF-E62A-8989-D137-245FD4DD6561}"/>
              </a:ext>
            </a:extLst>
          </p:cNvPr>
          <p:cNvSpPr txBox="1"/>
          <p:nvPr/>
        </p:nvSpPr>
        <p:spPr>
          <a:xfrm>
            <a:off x="571499" y="2690343"/>
            <a:ext cx="8696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Unlike </a:t>
            </a:r>
            <a:r>
              <a:rPr lang="en-IN" b="1" dirty="0" err="1"/>
              <a:t>FileInputStream</a:t>
            </a:r>
            <a:r>
              <a:rPr lang="en-IN" b="1" dirty="0"/>
              <a:t> and </a:t>
            </a:r>
            <a:r>
              <a:rPr lang="en-IN" b="1" dirty="0" err="1"/>
              <a:t>FileOutputStream</a:t>
            </a:r>
            <a:r>
              <a:rPr lang="en-IN" b="1" dirty="0"/>
              <a:t> doing read() and write() operations separately, a single RandomAccessFile 	is having both read() &amp; write() operations in a single class.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3A461-34C5-464E-8619-9DEB056EF1F3}"/>
              </a:ext>
            </a:extLst>
          </p:cNvPr>
          <p:cNvSpPr txBox="1"/>
          <p:nvPr/>
        </p:nvSpPr>
        <p:spPr>
          <a:xfrm>
            <a:off x="1923814" y="3796394"/>
            <a:ext cx="7220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 err="1"/>
              <a:t>FileInputStream</a:t>
            </a:r>
            <a:r>
              <a:rPr lang="en-IN" b="1" dirty="0"/>
              <a:t> always reads file from the first byte to till end and </a:t>
            </a:r>
            <a:r>
              <a:rPr lang="en-IN" b="1" dirty="0" err="1"/>
              <a:t>FileOutputStream</a:t>
            </a:r>
            <a:r>
              <a:rPr lang="en-IN" b="1" dirty="0"/>
              <a:t> always writes from the beginning of the file. Every time when we open file using </a:t>
            </a:r>
            <a:r>
              <a:rPr lang="en-IN" b="1" dirty="0" err="1"/>
              <a:t>FileOutputStream</a:t>
            </a:r>
            <a:r>
              <a:rPr lang="en-IN" b="1" dirty="0"/>
              <a:t> the data will be written from the beginning that means the existing data is overridden.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6A247-3589-E75C-1425-1EA08B2C0B58}"/>
              </a:ext>
            </a:extLst>
          </p:cNvPr>
          <p:cNvSpPr txBox="1"/>
          <p:nvPr/>
        </p:nvSpPr>
        <p:spPr>
          <a:xfrm>
            <a:off x="571499" y="5061044"/>
            <a:ext cx="8458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Whereas RandomAccessFile can be opened in both read/read-write mode. Methods are given to move the file pointer/cursor position to anywhere in the file and can perform insert, update, delete and select operations.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A0EF2C5-2294-6F65-8334-F381A83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04602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9C4493F-AF32-149A-7317-35A785954595}"/>
              </a:ext>
            </a:extLst>
          </p:cNvPr>
          <p:cNvSpPr txBox="1"/>
          <p:nvPr/>
        </p:nvSpPr>
        <p:spPr>
          <a:xfrm>
            <a:off x="571500" y="1305342"/>
            <a:ext cx="87970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RandomAccessFile class constructor takes filename as first argument and file opening mode as second argument.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Constructor:</a:t>
            </a:r>
          </a:p>
          <a:p>
            <a:pPr algn="just"/>
            <a:r>
              <a:rPr lang="en-IN" dirty="0"/>
              <a:t>	RandomAccessFile(String </a:t>
            </a:r>
            <a:r>
              <a:rPr lang="en-IN" dirty="0" err="1"/>
              <a:t>fileName</a:t>
            </a:r>
            <a:r>
              <a:rPr lang="en-IN" dirty="0"/>
              <a:t>, String mode);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methods are:</a:t>
            </a:r>
          </a:p>
          <a:p>
            <a:pPr algn="just"/>
            <a:r>
              <a:rPr lang="en-IN" dirty="0"/>
              <a:t>	- long length()</a:t>
            </a:r>
          </a:p>
          <a:p>
            <a:pPr algn="just"/>
            <a:r>
              <a:rPr lang="en-IN" dirty="0"/>
              <a:t>	- long </a:t>
            </a:r>
            <a:r>
              <a:rPr lang="en-IN" dirty="0" err="1"/>
              <a:t>getFilePointer</a:t>
            </a:r>
            <a:r>
              <a:rPr lang="en-IN" dirty="0"/>
              <a:t>() - current cursor position in the file</a:t>
            </a:r>
          </a:p>
          <a:p>
            <a:pPr algn="just"/>
            <a:r>
              <a:rPr lang="en-IN" dirty="0"/>
              <a:t>	- seek(long </a:t>
            </a:r>
            <a:r>
              <a:rPr lang="en-IN" dirty="0" err="1"/>
              <a:t>pos</a:t>
            </a:r>
            <a:r>
              <a:rPr lang="en-IN" dirty="0"/>
              <a:t>)</a:t>
            </a:r>
          </a:p>
          <a:p>
            <a:pPr algn="just"/>
            <a:r>
              <a:rPr lang="en-IN" dirty="0"/>
              <a:t>	- </a:t>
            </a:r>
            <a:r>
              <a:rPr lang="en-IN" dirty="0" err="1"/>
              <a:t>setLength</a:t>
            </a:r>
            <a:r>
              <a:rPr lang="en-IN" dirty="0"/>
              <a:t>(long </a:t>
            </a:r>
            <a:r>
              <a:rPr lang="en-IN" dirty="0" err="1"/>
              <a:t>newLength</a:t>
            </a:r>
            <a:r>
              <a:rPr lang="en-IN" dirty="0"/>
              <a:t>)</a:t>
            </a:r>
          </a:p>
          <a:p>
            <a:pPr algn="just"/>
            <a:r>
              <a:rPr lang="en-IN" dirty="0"/>
              <a:t>	- </a:t>
            </a:r>
            <a:r>
              <a:rPr lang="en-IN" dirty="0" err="1"/>
              <a:t>skipBytes</a:t>
            </a:r>
            <a:r>
              <a:rPr lang="en-IN" dirty="0"/>
              <a:t>(int </a:t>
            </a:r>
            <a:r>
              <a:rPr lang="en-IN" dirty="0" err="1"/>
              <a:t>howManyBytes</a:t>
            </a:r>
            <a:r>
              <a:rPr lang="en-IN" dirty="0"/>
              <a:t>)</a:t>
            </a:r>
          </a:p>
          <a:p>
            <a:pPr algn="just"/>
            <a:r>
              <a:rPr lang="en-IN" dirty="0"/>
              <a:t>	- read() and write() methods for every data type</a:t>
            </a:r>
          </a:p>
          <a:p>
            <a:pPr algn="just"/>
            <a:r>
              <a:rPr lang="en-IN" dirty="0"/>
              <a:t>	- close()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B6FC52-7CEA-B439-4259-7C17AF88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46106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9C4493F-AF32-149A-7317-35A785954595}"/>
              </a:ext>
            </a:extLst>
          </p:cNvPr>
          <p:cNvSpPr txBox="1"/>
          <p:nvPr/>
        </p:nvSpPr>
        <p:spPr>
          <a:xfrm>
            <a:off x="571500" y="1305342"/>
            <a:ext cx="879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nn-NO" b="1" dirty="0"/>
              <a:t>Sample Students.data file:</a:t>
            </a:r>
          </a:p>
          <a:p>
            <a:pPr algn="just"/>
            <a:r>
              <a:rPr lang="nn-NO" dirty="0"/>
              <a:t>1&amp;ABC&amp;9848012345&amp;abc@gmail.com</a:t>
            </a:r>
          </a:p>
          <a:p>
            <a:pPr algn="just"/>
            <a:r>
              <a:rPr lang="nn-NO" dirty="0"/>
              <a:t>2&amp;XYZ&amp;9848054321&amp;xyz@gmail.com</a:t>
            </a:r>
          </a:p>
          <a:p>
            <a:pPr algn="just"/>
            <a:r>
              <a:rPr lang="nn-NO" dirty="0"/>
              <a:t>3&amp;LMN&amp;9848012543&amp;lmn@gmail.com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CB608F-16AB-4399-9EC3-EF171662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108225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7D2AC6-F282-E937-3AAB-2FC7388C9703}"/>
              </a:ext>
            </a:extLst>
          </p:cNvPr>
          <p:cNvSpPr txBox="1"/>
          <p:nvPr/>
        </p:nvSpPr>
        <p:spPr>
          <a:xfrm>
            <a:off x="571500" y="985960"/>
            <a:ext cx="76446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// STDIN.java</a:t>
            </a:r>
          </a:p>
          <a:p>
            <a:r>
              <a:rPr lang="en-IN" dirty="0"/>
              <a:t>import java.io.*;</a:t>
            </a:r>
          </a:p>
          <a:p>
            <a:r>
              <a:rPr lang="en-IN" b="1" dirty="0"/>
              <a:t>public class STDIN {</a:t>
            </a:r>
          </a:p>
          <a:p>
            <a:r>
              <a:rPr lang="en-IN" dirty="0"/>
              <a:t>  public static int </a:t>
            </a:r>
            <a:r>
              <a:rPr lang="en-IN" dirty="0" err="1"/>
              <a:t>readInt</a:t>
            </a:r>
            <a:r>
              <a:rPr lang="en-IN" dirty="0"/>
              <a:t>() throws Exception {</a:t>
            </a:r>
          </a:p>
          <a:p>
            <a:r>
              <a:rPr lang="en-IN" dirty="0"/>
              <a:t>    return </a:t>
            </a:r>
            <a:r>
              <a:rPr lang="en-IN" dirty="0" err="1"/>
              <a:t>Integer.parseInt</a:t>
            </a:r>
            <a:r>
              <a:rPr lang="en-IN" dirty="0"/>
              <a:t>(((new </a:t>
            </a:r>
            <a:r>
              <a:rPr lang="en-IN" dirty="0" err="1"/>
              <a:t>DataInputStream</a:t>
            </a:r>
            <a:r>
              <a:rPr lang="en-IN" dirty="0"/>
              <a:t>(System.in)).</a:t>
            </a:r>
            <a:r>
              <a:rPr lang="en-IN" dirty="0" err="1"/>
              <a:t>readLine</a:t>
            </a:r>
            <a:r>
              <a:rPr lang="en-IN" dirty="0"/>
              <a:t>()));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static long </a:t>
            </a:r>
            <a:r>
              <a:rPr lang="en-IN" dirty="0" err="1"/>
              <a:t>readLong</a:t>
            </a:r>
            <a:r>
              <a:rPr lang="en-IN" dirty="0"/>
              <a:t>() throws Exception {</a:t>
            </a:r>
          </a:p>
          <a:p>
            <a:r>
              <a:rPr lang="en-IN" dirty="0"/>
              <a:t>    return </a:t>
            </a:r>
            <a:r>
              <a:rPr lang="en-IN" dirty="0" err="1"/>
              <a:t>Long.parseLong</a:t>
            </a:r>
            <a:r>
              <a:rPr lang="en-IN" dirty="0"/>
              <a:t>(((new </a:t>
            </a:r>
            <a:r>
              <a:rPr lang="en-IN" dirty="0" err="1"/>
              <a:t>DataInputStream</a:t>
            </a:r>
            <a:r>
              <a:rPr lang="en-IN" dirty="0"/>
              <a:t>(System.in)).</a:t>
            </a:r>
            <a:r>
              <a:rPr lang="en-IN" dirty="0" err="1"/>
              <a:t>readLine</a:t>
            </a:r>
            <a:r>
              <a:rPr lang="en-IN" dirty="0"/>
              <a:t>()));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static double </a:t>
            </a:r>
            <a:r>
              <a:rPr lang="en-IN" dirty="0" err="1"/>
              <a:t>readDouble</a:t>
            </a:r>
            <a:r>
              <a:rPr lang="en-IN" dirty="0"/>
              <a:t>() throws Exception {</a:t>
            </a:r>
          </a:p>
          <a:p>
            <a:r>
              <a:rPr lang="en-IN" dirty="0"/>
              <a:t>    return </a:t>
            </a:r>
            <a:r>
              <a:rPr lang="en-IN" dirty="0" err="1"/>
              <a:t>Double.parseDouble</a:t>
            </a:r>
            <a:r>
              <a:rPr lang="en-IN" dirty="0"/>
              <a:t>(((new </a:t>
            </a:r>
            <a:r>
              <a:rPr lang="en-IN" dirty="0" err="1"/>
              <a:t>DataInputStream</a:t>
            </a:r>
            <a:r>
              <a:rPr lang="en-IN" dirty="0"/>
              <a:t>(System.in)).</a:t>
            </a:r>
            <a:r>
              <a:rPr lang="en-IN" dirty="0" err="1"/>
              <a:t>readLine</a:t>
            </a:r>
            <a:r>
              <a:rPr lang="en-IN" dirty="0"/>
              <a:t>()));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static String </a:t>
            </a:r>
            <a:r>
              <a:rPr lang="en-IN" dirty="0" err="1"/>
              <a:t>readLine</a:t>
            </a:r>
            <a:r>
              <a:rPr lang="en-IN" dirty="0"/>
              <a:t>() throws Exception {</a:t>
            </a:r>
          </a:p>
          <a:p>
            <a:r>
              <a:rPr lang="en-IN" dirty="0"/>
              <a:t>    return ((new </a:t>
            </a:r>
            <a:r>
              <a:rPr lang="en-IN" dirty="0" err="1"/>
              <a:t>DataInputStream</a:t>
            </a:r>
            <a:r>
              <a:rPr lang="en-IN" dirty="0"/>
              <a:t>(System.in)).</a:t>
            </a:r>
            <a:r>
              <a:rPr lang="en-IN" dirty="0" err="1"/>
              <a:t>readLine</a:t>
            </a:r>
            <a:r>
              <a:rPr lang="en-IN" dirty="0"/>
              <a:t>());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A6311-9616-AD76-AFFC-C4241814F45D}"/>
              </a:ext>
            </a:extLst>
          </p:cNvPr>
          <p:cNvSpPr txBox="1"/>
          <p:nvPr/>
        </p:nvSpPr>
        <p:spPr>
          <a:xfrm>
            <a:off x="7638765" y="970112"/>
            <a:ext cx="2701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Alternatively we can use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Scanner </a:t>
            </a:r>
            <a:r>
              <a:rPr lang="en-IN" dirty="0" err="1"/>
              <a:t>sc</a:t>
            </a:r>
            <a:r>
              <a:rPr lang="en-IN" dirty="0"/>
              <a:t>=new Scanner();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7633C-3228-9DE4-3884-11ED95BCBF3B}"/>
              </a:ext>
            </a:extLst>
          </p:cNvPr>
          <p:cNvSpPr txBox="1"/>
          <p:nvPr/>
        </p:nvSpPr>
        <p:spPr>
          <a:xfrm>
            <a:off x="7766622" y="2034759"/>
            <a:ext cx="199594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return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DB055-97B6-913E-FDDF-38A6E0EF7115}"/>
              </a:ext>
            </a:extLst>
          </p:cNvPr>
          <p:cNvSpPr txBox="1"/>
          <p:nvPr/>
        </p:nvSpPr>
        <p:spPr>
          <a:xfrm>
            <a:off x="7755121" y="2895016"/>
            <a:ext cx="214191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return </a:t>
            </a:r>
            <a:r>
              <a:rPr lang="en-IN" dirty="0" err="1"/>
              <a:t>sc.nextLong</a:t>
            </a:r>
            <a:r>
              <a:rPr lang="en-IN" dirty="0"/>
              <a:t>();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53A5A-9026-2BD2-64E9-F2867CD7D461}"/>
              </a:ext>
            </a:extLst>
          </p:cNvPr>
          <p:cNvSpPr txBox="1"/>
          <p:nvPr/>
        </p:nvSpPr>
        <p:spPr>
          <a:xfrm>
            <a:off x="6980392" y="4074609"/>
            <a:ext cx="242087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return </a:t>
            </a:r>
            <a:r>
              <a:rPr lang="en-IN" dirty="0" err="1"/>
              <a:t>sc.nextDouble</a:t>
            </a:r>
            <a:r>
              <a:rPr lang="en-IN" dirty="0"/>
              <a:t>();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5D8192-A5FD-3135-7A37-382223597A08}"/>
              </a:ext>
            </a:extLst>
          </p:cNvPr>
          <p:cNvSpPr txBox="1"/>
          <p:nvPr/>
        </p:nvSpPr>
        <p:spPr>
          <a:xfrm>
            <a:off x="6090956" y="4542757"/>
            <a:ext cx="167566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return </a:t>
            </a:r>
            <a:r>
              <a:rPr lang="en-IN" dirty="0" err="1"/>
              <a:t>sc.next</a:t>
            </a:r>
            <a:r>
              <a:rPr lang="en-IN" dirty="0"/>
              <a:t>();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212451-642A-CDE2-4225-7C78CC54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36037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9E71C6C-976C-F0EB-4964-DC918BE32F5C}"/>
              </a:ext>
            </a:extLst>
          </p:cNvPr>
          <p:cNvSpPr txBox="1"/>
          <p:nvPr/>
        </p:nvSpPr>
        <p:spPr>
          <a:xfrm>
            <a:off x="312703" y="684156"/>
            <a:ext cx="550987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// RAFStore.java</a:t>
            </a:r>
          </a:p>
          <a:p>
            <a:r>
              <a:rPr lang="en-IN" sz="1400" dirty="0"/>
              <a:t>import java.io.*;</a:t>
            </a:r>
          </a:p>
          <a:p>
            <a:r>
              <a:rPr lang="en-IN" sz="1400" dirty="0"/>
              <a:t>import </a:t>
            </a:r>
            <a:r>
              <a:rPr lang="en-IN" sz="1400" dirty="0" err="1"/>
              <a:t>java.util</a:t>
            </a:r>
            <a:r>
              <a:rPr lang="en-IN" sz="1400" dirty="0"/>
              <a:t>.*;</a:t>
            </a:r>
          </a:p>
          <a:p>
            <a:r>
              <a:rPr lang="en-IN" sz="1400" b="1" dirty="0"/>
              <a:t>public class </a:t>
            </a:r>
            <a:r>
              <a:rPr lang="en-IN" sz="1400" b="1" dirty="0" err="1"/>
              <a:t>RAFStore</a:t>
            </a:r>
            <a:r>
              <a:rPr lang="en-IN" sz="1400" b="1" dirty="0"/>
              <a:t> {</a:t>
            </a:r>
          </a:p>
          <a:p>
            <a:r>
              <a:rPr lang="en-IN" sz="1400" dirty="0"/>
              <a:t>  public static void main(String rags[]) throws Exception {</a:t>
            </a:r>
          </a:p>
          <a:p>
            <a:r>
              <a:rPr lang="en-IN" sz="1400" dirty="0"/>
              <a:t>    RandomAccessFile </a:t>
            </a:r>
            <a:r>
              <a:rPr lang="en-IN" sz="1400" dirty="0" err="1"/>
              <a:t>raf</a:t>
            </a:r>
            <a:r>
              <a:rPr lang="en-IN" sz="1400" dirty="0"/>
              <a:t>=new RandomAccessFile("Students.data","</a:t>
            </a:r>
            <a:r>
              <a:rPr lang="en-IN" sz="1400" dirty="0" err="1"/>
              <a:t>rw</a:t>
            </a:r>
            <a:r>
              <a:rPr lang="en-IN" sz="1400" dirty="0"/>
              <a:t>");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("File cursor ended at "+</a:t>
            </a:r>
            <a:r>
              <a:rPr lang="en-IN" sz="1400" dirty="0" err="1"/>
              <a:t>raf.getFilePointer</a:t>
            </a:r>
            <a:r>
              <a:rPr lang="en-IN" sz="1400" dirty="0"/>
              <a:t>());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    // Scanner </a:t>
            </a:r>
            <a:r>
              <a:rPr lang="en-IN" sz="1400" dirty="0" err="1"/>
              <a:t>sc</a:t>
            </a:r>
            <a:r>
              <a:rPr lang="en-IN" sz="1400" dirty="0"/>
              <a:t>=new Scanner(System.in);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("Enter SID");</a:t>
            </a:r>
          </a:p>
          <a:p>
            <a:r>
              <a:rPr lang="en-IN" sz="1400" dirty="0"/>
              <a:t>    // int </a:t>
            </a:r>
            <a:r>
              <a:rPr lang="en-IN" sz="1400" dirty="0" err="1"/>
              <a:t>sid</a:t>
            </a:r>
            <a:r>
              <a:rPr lang="en-IN" sz="1400" dirty="0"/>
              <a:t>=</a:t>
            </a:r>
            <a:r>
              <a:rPr lang="en-IN" sz="1400" dirty="0" err="1"/>
              <a:t>sc.nextInt</a:t>
            </a:r>
            <a:r>
              <a:rPr lang="en-IN" sz="1400" dirty="0"/>
              <a:t>();</a:t>
            </a:r>
          </a:p>
          <a:p>
            <a:r>
              <a:rPr lang="en-IN" sz="1400" dirty="0"/>
              <a:t>    int </a:t>
            </a:r>
            <a:r>
              <a:rPr lang="en-IN" sz="1400" dirty="0" err="1"/>
              <a:t>sid</a:t>
            </a:r>
            <a:r>
              <a:rPr lang="en-IN" sz="1400" dirty="0"/>
              <a:t>=</a:t>
            </a:r>
            <a:r>
              <a:rPr lang="en-IN" sz="1400" dirty="0" err="1"/>
              <a:t>STDIN.readInt</a:t>
            </a:r>
            <a:r>
              <a:rPr lang="en-IN" sz="1400" dirty="0"/>
              <a:t>();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("Enter </a:t>
            </a:r>
            <a:r>
              <a:rPr lang="en-IN" sz="1400" dirty="0" err="1"/>
              <a:t>SName</a:t>
            </a:r>
            <a:r>
              <a:rPr lang="en-IN" sz="1400" dirty="0"/>
              <a:t>");</a:t>
            </a:r>
          </a:p>
          <a:p>
            <a:r>
              <a:rPr lang="en-IN" sz="1400" dirty="0"/>
              <a:t>    // String </a:t>
            </a:r>
            <a:r>
              <a:rPr lang="en-IN" sz="1400" dirty="0" err="1"/>
              <a:t>sname</a:t>
            </a:r>
            <a:r>
              <a:rPr lang="en-IN" sz="1400" dirty="0"/>
              <a:t>=</a:t>
            </a:r>
            <a:r>
              <a:rPr lang="en-IN" sz="1400" dirty="0" err="1"/>
              <a:t>sc.next</a:t>
            </a:r>
            <a:r>
              <a:rPr lang="en-IN" sz="1400" dirty="0"/>
              <a:t>();</a:t>
            </a:r>
          </a:p>
          <a:p>
            <a:r>
              <a:rPr lang="en-IN" sz="1400" dirty="0"/>
              <a:t>    String </a:t>
            </a:r>
            <a:r>
              <a:rPr lang="en-IN" sz="1400" dirty="0" err="1"/>
              <a:t>sname</a:t>
            </a:r>
            <a:r>
              <a:rPr lang="en-IN" sz="1400" dirty="0"/>
              <a:t>=</a:t>
            </a:r>
            <a:r>
              <a:rPr lang="en-IN" sz="1400" dirty="0" err="1"/>
              <a:t>STDIN.readLine</a:t>
            </a:r>
            <a:r>
              <a:rPr lang="en-IN" sz="1400" dirty="0"/>
              <a:t>();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("Enter Email");</a:t>
            </a:r>
          </a:p>
          <a:p>
            <a:r>
              <a:rPr lang="en-IN" sz="1400" dirty="0"/>
              <a:t>    // String email=</a:t>
            </a:r>
            <a:r>
              <a:rPr lang="en-IN" sz="1400" dirty="0" err="1"/>
              <a:t>sc.next</a:t>
            </a:r>
            <a:r>
              <a:rPr lang="en-IN" sz="1400" dirty="0"/>
              <a:t>();</a:t>
            </a:r>
          </a:p>
          <a:p>
            <a:r>
              <a:rPr lang="en-IN" sz="1400" dirty="0"/>
              <a:t>    String email=</a:t>
            </a:r>
            <a:r>
              <a:rPr lang="en-IN" sz="1400" dirty="0" err="1"/>
              <a:t>STDIN.readLine</a:t>
            </a:r>
            <a:r>
              <a:rPr lang="en-IN" sz="1400" dirty="0"/>
              <a:t>();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("Enter Mobile");</a:t>
            </a:r>
          </a:p>
          <a:p>
            <a:r>
              <a:rPr lang="en-IN" sz="1400" dirty="0"/>
              <a:t>    // long mobile=</a:t>
            </a:r>
            <a:r>
              <a:rPr lang="en-IN" sz="1400" dirty="0" err="1"/>
              <a:t>sc.nextLong</a:t>
            </a:r>
            <a:r>
              <a:rPr lang="en-IN" sz="1400" dirty="0"/>
              <a:t>();</a:t>
            </a:r>
          </a:p>
          <a:p>
            <a:r>
              <a:rPr lang="en-IN" sz="1400" dirty="0"/>
              <a:t>    long mobile=</a:t>
            </a:r>
            <a:r>
              <a:rPr lang="en-IN" sz="1400" dirty="0" err="1"/>
              <a:t>STDIN.readLong</a:t>
            </a:r>
            <a:r>
              <a:rPr lang="en-IN" sz="1400" dirty="0"/>
              <a:t>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EEAE4-A9BA-1C47-C35B-32534A526068}"/>
              </a:ext>
            </a:extLst>
          </p:cNvPr>
          <p:cNvSpPr txBox="1"/>
          <p:nvPr/>
        </p:nvSpPr>
        <p:spPr>
          <a:xfrm>
            <a:off x="5610782" y="860279"/>
            <a:ext cx="613858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String record=</a:t>
            </a:r>
            <a:r>
              <a:rPr lang="en-IN" sz="1400" dirty="0" err="1"/>
              <a:t>sid</a:t>
            </a:r>
            <a:r>
              <a:rPr lang="en-IN" sz="1400" dirty="0"/>
              <a:t>+"&amp;"+</a:t>
            </a:r>
            <a:r>
              <a:rPr lang="en-IN" sz="1400" dirty="0" err="1"/>
              <a:t>sname</a:t>
            </a:r>
            <a:r>
              <a:rPr lang="en-IN" sz="1400" dirty="0"/>
              <a:t>+"&amp;"+email+"&amp;"+mobile+"\n";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("File writing from "+</a:t>
            </a:r>
            <a:r>
              <a:rPr lang="en-IN" sz="1400" dirty="0" err="1"/>
              <a:t>raf.length</a:t>
            </a:r>
            <a:r>
              <a:rPr lang="en-IN" sz="1400" dirty="0"/>
              <a:t>()+" number byte");</a:t>
            </a:r>
          </a:p>
          <a:p>
            <a:endParaRPr lang="en-IN" sz="1400" dirty="0"/>
          </a:p>
          <a:p>
            <a:r>
              <a:rPr lang="en-IN" sz="1400" dirty="0"/>
              <a:t>    // moving cursor points to last/</a:t>
            </a:r>
            <a:r>
              <a:rPr lang="en-IN" sz="1400" dirty="0" err="1"/>
              <a:t>eof</a:t>
            </a:r>
            <a:endParaRPr lang="en-IN" sz="1400" dirty="0"/>
          </a:p>
          <a:p>
            <a:r>
              <a:rPr lang="en-IN" sz="1400" dirty="0"/>
              <a:t>    // seek() means finding, seek() method moves the file pointer to </a:t>
            </a:r>
          </a:p>
          <a:p>
            <a:r>
              <a:rPr lang="en-IN" sz="1400" dirty="0"/>
              <a:t>    // specified position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raf.seek</a:t>
            </a:r>
            <a:r>
              <a:rPr lang="en-IN" sz="1400" dirty="0"/>
              <a:t>(</a:t>
            </a:r>
            <a:r>
              <a:rPr lang="en-IN" sz="1400" dirty="0" err="1"/>
              <a:t>raf.length</a:t>
            </a:r>
            <a:r>
              <a:rPr lang="en-IN" sz="1400" dirty="0"/>
              <a:t>());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    // there we can insert a new record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raf.writeBytes</a:t>
            </a:r>
            <a:r>
              <a:rPr lang="en-IN" sz="1400" dirty="0"/>
              <a:t>(record);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("File cursor ended at "+</a:t>
            </a:r>
            <a:r>
              <a:rPr lang="en-IN" sz="1400" dirty="0" err="1"/>
              <a:t>raf.getFilePointer</a:t>
            </a:r>
            <a:r>
              <a:rPr lang="en-IN" sz="1400" dirty="0"/>
              <a:t>());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("Record inserted");</a:t>
            </a:r>
          </a:p>
          <a:p>
            <a:endParaRPr lang="en-IN" sz="1400" dirty="0"/>
          </a:p>
          <a:p>
            <a:r>
              <a:rPr lang="en-IN" sz="1400" dirty="0"/>
              <a:t>    </a:t>
            </a:r>
            <a:r>
              <a:rPr lang="en-IN" sz="1400" dirty="0" err="1"/>
              <a:t>raf.close</a:t>
            </a:r>
            <a:r>
              <a:rPr lang="en-IN" sz="1400" dirty="0"/>
              <a:t>();</a:t>
            </a:r>
          </a:p>
          <a:p>
            <a:r>
              <a:rPr lang="en-IN" sz="1400" dirty="0"/>
              <a:t>  }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065301-7E9B-B8A7-1E70-01523A08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5047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9E71C6C-976C-F0EB-4964-DC918BE32F5C}"/>
              </a:ext>
            </a:extLst>
          </p:cNvPr>
          <p:cNvSpPr txBox="1"/>
          <p:nvPr/>
        </p:nvSpPr>
        <p:spPr>
          <a:xfrm>
            <a:off x="312703" y="684156"/>
            <a:ext cx="550987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RAFRead.java</a:t>
            </a:r>
          </a:p>
          <a:p>
            <a:r>
              <a:rPr lang="en-IN" sz="1600" b="1" dirty="0"/>
              <a:t>import java.io.*;</a:t>
            </a:r>
          </a:p>
          <a:p>
            <a:r>
              <a:rPr lang="en-IN" sz="1600" b="1" dirty="0"/>
              <a:t>import </a:t>
            </a:r>
            <a:r>
              <a:rPr lang="en-IN" sz="1600" b="1" dirty="0" err="1"/>
              <a:t>java.util</a:t>
            </a:r>
            <a:r>
              <a:rPr lang="en-IN" sz="1600" b="1" dirty="0"/>
              <a:t>.*;</a:t>
            </a:r>
          </a:p>
          <a:p>
            <a:r>
              <a:rPr lang="en-IN" sz="1600" b="1" dirty="0"/>
              <a:t>public class </a:t>
            </a:r>
            <a:r>
              <a:rPr lang="en-IN" sz="1600" b="1" dirty="0" err="1"/>
              <a:t>RAFRead</a:t>
            </a:r>
            <a:r>
              <a:rPr lang="en-IN" sz="1600" b="1" dirty="0"/>
              <a:t> {</a:t>
            </a:r>
          </a:p>
          <a:p>
            <a:r>
              <a:rPr lang="en-IN" sz="1600" b="1" dirty="0"/>
              <a:t>  public static void main(String rags[]) throws Exception { </a:t>
            </a:r>
          </a:p>
          <a:p>
            <a:r>
              <a:rPr lang="en-IN" sz="1600" b="1" dirty="0"/>
              <a:t>    RandomAccessFile </a:t>
            </a:r>
            <a:r>
              <a:rPr lang="en-IN" sz="1600" b="1" dirty="0" err="1"/>
              <a:t>raf</a:t>
            </a:r>
            <a:r>
              <a:rPr lang="en-IN" sz="1600" b="1" dirty="0"/>
              <a:t>=new RandomAccessFile("</a:t>
            </a:r>
            <a:r>
              <a:rPr lang="en-IN" sz="1600" b="1" dirty="0" err="1"/>
              <a:t>Students.data","r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Scanner </a:t>
            </a:r>
            <a:r>
              <a:rPr lang="en-IN" sz="1600" b="1" dirty="0" err="1"/>
              <a:t>sc</a:t>
            </a:r>
            <a:r>
              <a:rPr lang="en-IN" sz="1600" b="1" dirty="0"/>
              <a:t>=new Scanner(System.in);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SID to retrieve record");</a:t>
            </a:r>
          </a:p>
          <a:p>
            <a:r>
              <a:rPr lang="en-IN" sz="1600" b="1" dirty="0"/>
              <a:t>    int psid=</a:t>
            </a:r>
            <a:r>
              <a:rPr lang="en-IN" sz="1600" b="1" dirty="0" err="1"/>
              <a:t>sc.nextInt</a:t>
            </a:r>
            <a:r>
              <a:rPr lang="en-IN" sz="1600" b="1" dirty="0"/>
              <a:t>();</a:t>
            </a:r>
          </a:p>
          <a:p>
            <a:endParaRPr lang="en-IN" sz="1600" b="1" dirty="0"/>
          </a:p>
          <a:p>
            <a:r>
              <a:rPr lang="en-IN" sz="1600" b="1" dirty="0"/>
              <a:t>    String record=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boolean</a:t>
            </a:r>
            <a:r>
              <a:rPr lang="en-IN" sz="1600" b="1" dirty="0"/>
              <a:t> flag=false;</a:t>
            </a:r>
          </a:p>
          <a:p>
            <a:r>
              <a:rPr lang="en-IN" sz="1600" b="1" dirty="0"/>
              <a:t>    while(record!=null) {</a:t>
            </a:r>
          </a:p>
          <a:p>
            <a:r>
              <a:rPr lang="en-IN" sz="1600" b="1" dirty="0"/>
              <a:t>       </a:t>
            </a:r>
            <a:r>
              <a:rPr lang="en-IN" sz="1600" b="1" dirty="0" err="1"/>
              <a:t>StringTokenizer</a:t>
            </a:r>
            <a:r>
              <a:rPr lang="en-IN" sz="1600" b="1" dirty="0"/>
              <a:t> </a:t>
            </a:r>
            <a:r>
              <a:rPr lang="en-IN" sz="1600" b="1" dirty="0" err="1"/>
              <a:t>st</a:t>
            </a:r>
            <a:r>
              <a:rPr lang="en-IN" sz="1600" b="1" dirty="0"/>
              <a:t>=new </a:t>
            </a:r>
            <a:r>
              <a:rPr lang="en-IN" sz="1600" b="1" dirty="0" err="1"/>
              <a:t>StringTokenizer</a:t>
            </a:r>
            <a:r>
              <a:rPr lang="en-IN" sz="1600" b="1" dirty="0"/>
              <a:t>(record,"&amp;");</a:t>
            </a:r>
          </a:p>
          <a:p>
            <a:r>
              <a:rPr lang="en-IN" sz="1600" b="1" dirty="0"/>
              <a:t>       int </a:t>
            </a:r>
            <a:r>
              <a:rPr lang="en-IN" sz="1600" b="1" dirty="0" err="1"/>
              <a:t>sid</a:t>
            </a:r>
            <a:r>
              <a:rPr lang="en-IN" sz="1600" b="1" dirty="0"/>
              <a:t>=</a:t>
            </a:r>
            <a:r>
              <a:rPr lang="en-IN" sz="1600" b="1" dirty="0" err="1"/>
              <a:t>Integer.parseInt</a:t>
            </a:r>
            <a:r>
              <a:rPr lang="en-IN" sz="1600" b="1" dirty="0"/>
              <a:t>(</a:t>
            </a:r>
            <a:r>
              <a:rPr lang="en-IN" sz="1600" b="1" dirty="0" err="1"/>
              <a:t>st.nextToken</a:t>
            </a:r>
            <a:r>
              <a:rPr lang="en-IN" sz="1600" b="1" dirty="0"/>
              <a:t>());</a:t>
            </a:r>
          </a:p>
          <a:p>
            <a:r>
              <a:rPr lang="en-IN" sz="1600" b="1" dirty="0"/>
              <a:t>       String </a:t>
            </a:r>
            <a:r>
              <a:rPr lang="en-IN" sz="1600" b="1" dirty="0" err="1"/>
              <a:t>sname</a:t>
            </a:r>
            <a:r>
              <a:rPr lang="en-IN" sz="1600" b="1" dirty="0"/>
              <a:t>=</a:t>
            </a:r>
            <a:r>
              <a:rPr lang="en-IN" sz="1600" b="1" dirty="0" err="1"/>
              <a:t>st.nextToken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   String email=</a:t>
            </a:r>
            <a:r>
              <a:rPr lang="en-IN" sz="1600" b="1" dirty="0" err="1"/>
              <a:t>st.nextToken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   long mobile=</a:t>
            </a:r>
            <a:r>
              <a:rPr lang="en-IN" sz="1600" b="1" dirty="0" err="1"/>
              <a:t>Long.parseLong</a:t>
            </a:r>
            <a:r>
              <a:rPr lang="en-IN" sz="1600" b="1" dirty="0"/>
              <a:t>(</a:t>
            </a:r>
            <a:r>
              <a:rPr lang="en-IN" sz="1600" b="1" dirty="0" err="1"/>
              <a:t>st.nextToken</a:t>
            </a:r>
            <a:r>
              <a:rPr lang="en-IN" sz="1600" b="1" dirty="0"/>
              <a:t>());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EEAE4-A9BA-1C47-C35B-32534A526068}"/>
              </a:ext>
            </a:extLst>
          </p:cNvPr>
          <p:cNvSpPr txBox="1"/>
          <p:nvPr/>
        </p:nvSpPr>
        <p:spPr>
          <a:xfrm>
            <a:off x="5610782" y="860279"/>
            <a:ext cx="41114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   if(</a:t>
            </a:r>
            <a:r>
              <a:rPr lang="en-IN" sz="1600" b="1" dirty="0" err="1"/>
              <a:t>sid</a:t>
            </a:r>
            <a:r>
              <a:rPr lang="en-IN" sz="1600" b="1" dirty="0"/>
              <a:t>==psid) {</a:t>
            </a:r>
          </a:p>
          <a:p>
            <a:r>
              <a:rPr lang="en-IN" sz="1600" b="1" dirty="0"/>
              <a:t>      flag=true;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("SID "+</a:t>
            </a:r>
            <a:r>
              <a:rPr lang="en-IN" sz="1600" b="1" dirty="0" err="1"/>
              <a:t>sid</a:t>
            </a:r>
            <a:r>
              <a:rPr lang="en-IN" sz="1600" b="1" dirty="0"/>
              <a:t>) 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</a:t>
            </a:r>
            <a:r>
              <a:rPr lang="en-IN" sz="1600" b="1" dirty="0" err="1"/>
              <a:t>SName</a:t>
            </a:r>
            <a:r>
              <a:rPr lang="en-IN" sz="1600" b="1" dirty="0"/>
              <a:t> "+</a:t>
            </a:r>
            <a:r>
              <a:rPr lang="en-IN" sz="1600" b="1" dirty="0" err="1"/>
              <a:t>sname</a:t>
            </a:r>
            <a:r>
              <a:rPr lang="en-IN" sz="1600" b="1" dirty="0"/>
              <a:t>) 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("Email "+email) 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("Mobile "+mobile) ;</a:t>
            </a:r>
          </a:p>
          <a:p>
            <a:r>
              <a:rPr lang="en-IN" sz="1600" b="1" dirty="0"/>
              <a:t>      break;</a:t>
            </a:r>
          </a:p>
          <a:p>
            <a:r>
              <a:rPr lang="en-IN" sz="1600" b="1" dirty="0"/>
              <a:t>    }</a:t>
            </a:r>
          </a:p>
          <a:p>
            <a:r>
              <a:rPr lang="en-IN" sz="1600" b="1" dirty="0"/>
              <a:t>    record=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  if(flag==false)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("No record found");</a:t>
            </a:r>
          </a:p>
          <a:p>
            <a:r>
              <a:rPr lang="en-IN" sz="1600" b="1" dirty="0"/>
              <a:t>  </a:t>
            </a:r>
            <a:r>
              <a:rPr lang="en-IN" sz="1600" b="1" dirty="0" err="1"/>
              <a:t>raf.close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3A15C8-F5B9-DE69-9772-92BA1BD2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37098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9E71C6C-976C-F0EB-4964-DC918BE32F5C}"/>
              </a:ext>
            </a:extLst>
          </p:cNvPr>
          <p:cNvSpPr txBox="1"/>
          <p:nvPr/>
        </p:nvSpPr>
        <p:spPr>
          <a:xfrm>
            <a:off x="312703" y="684156"/>
            <a:ext cx="497199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RAFUpdate.java</a:t>
            </a:r>
          </a:p>
          <a:p>
            <a:r>
              <a:rPr lang="en-IN" sz="1600" b="1" dirty="0"/>
              <a:t>import java.io.*;</a:t>
            </a:r>
          </a:p>
          <a:p>
            <a:r>
              <a:rPr lang="en-IN" sz="1600" b="1" dirty="0"/>
              <a:t>import </a:t>
            </a:r>
            <a:r>
              <a:rPr lang="en-IN" sz="1600" b="1" dirty="0" err="1"/>
              <a:t>java.util</a:t>
            </a:r>
            <a:r>
              <a:rPr lang="en-IN" sz="1600" b="1" dirty="0"/>
              <a:t>.*;</a:t>
            </a:r>
          </a:p>
          <a:p>
            <a:r>
              <a:rPr lang="en-IN" sz="1600" b="1" dirty="0"/>
              <a:t>public class </a:t>
            </a:r>
            <a:r>
              <a:rPr lang="en-IN" sz="1600" b="1" dirty="0" err="1"/>
              <a:t>RAFUpdate</a:t>
            </a:r>
            <a:r>
              <a:rPr lang="en-IN" sz="1600" b="1" dirty="0"/>
              <a:t> {</a:t>
            </a:r>
          </a:p>
          <a:p>
            <a:r>
              <a:rPr lang="en-IN" sz="1600" b="1" dirty="0"/>
              <a:t>  public static void main(String rags[]) throws Exception {</a:t>
            </a:r>
          </a:p>
          <a:p>
            <a:r>
              <a:rPr lang="en-IN" sz="1600" b="1" dirty="0"/>
              <a:t>    RandomAccessFile </a:t>
            </a:r>
            <a:r>
              <a:rPr lang="en-IN" sz="1600" b="1" dirty="0" err="1"/>
              <a:t>raf</a:t>
            </a:r>
            <a:r>
              <a:rPr lang="en-IN" sz="1600" b="1" dirty="0"/>
              <a:t>=new RandomAccessFile("</a:t>
            </a:r>
            <a:r>
              <a:rPr lang="en-IN" sz="1600" b="1" dirty="0" err="1"/>
              <a:t>Students.data</a:t>
            </a:r>
            <a:r>
              <a:rPr lang="en-IN" sz="1600" b="1" dirty="0"/>
              <a:t>", "</a:t>
            </a:r>
            <a:r>
              <a:rPr lang="en-IN" sz="1600" b="1" dirty="0" err="1"/>
              <a:t>rw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RandomAccessFile raf1=new RandomAccessFile("</a:t>
            </a:r>
            <a:r>
              <a:rPr lang="en-IN" sz="1600" b="1" dirty="0" err="1"/>
              <a:t>Students_temp.data</a:t>
            </a:r>
            <a:r>
              <a:rPr lang="en-IN" sz="1600" b="1" dirty="0"/>
              <a:t>", "</a:t>
            </a:r>
            <a:r>
              <a:rPr lang="en-IN" sz="1600" b="1" dirty="0" err="1"/>
              <a:t>rw</a:t>
            </a:r>
            <a:r>
              <a:rPr lang="en-IN" sz="1600" b="1" dirty="0"/>
              <a:t>");</a:t>
            </a:r>
          </a:p>
          <a:p>
            <a:endParaRPr lang="en-IN" sz="1600" b="1" dirty="0"/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SID");</a:t>
            </a:r>
          </a:p>
          <a:p>
            <a:r>
              <a:rPr lang="en-IN" sz="1600" b="1" dirty="0"/>
              <a:t>    int </a:t>
            </a:r>
            <a:r>
              <a:rPr lang="en-IN" sz="1600" b="1" dirty="0" err="1"/>
              <a:t>sid</a:t>
            </a:r>
            <a:r>
              <a:rPr lang="en-IN" sz="1600" b="1" dirty="0"/>
              <a:t>=</a:t>
            </a:r>
            <a:r>
              <a:rPr lang="en-IN" sz="1600" b="1" dirty="0" err="1"/>
              <a:t>STDIN.readInt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</a:t>
            </a:r>
            <a:r>
              <a:rPr lang="en-IN" sz="1600" b="1" dirty="0" err="1"/>
              <a:t>SName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String </a:t>
            </a:r>
            <a:r>
              <a:rPr lang="en-IN" sz="1600" b="1" dirty="0" err="1"/>
              <a:t>sname</a:t>
            </a:r>
            <a:r>
              <a:rPr lang="en-IN" sz="1600" b="1" dirty="0"/>
              <a:t>=</a:t>
            </a:r>
            <a:r>
              <a:rPr lang="en-IN" sz="1600" b="1" dirty="0" err="1"/>
              <a:t>STDIN.readLine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Email");</a:t>
            </a:r>
          </a:p>
          <a:p>
            <a:r>
              <a:rPr lang="en-IN" sz="1600" b="1" dirty="0"/>
              <a:t>    String email=</a:t>
            </a:r>
            <a:r>
              <a:rPr lang="en-IN" sz="1600" b="1" dirty="0" err="1"/>
              <a:t>STDIN.readLine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Mobile");</a:t>
            </a:r>
          </a:p>
          <a:p>
            <a:r>
              <a:rPr lang="en-IN" sz="1600" b="1" dirty="0"/>
              <a:t>    String mobile=</a:t>
            </a:r>
            <a:r>
              <a:rPr lang="en-IN" sz="1600" b="1" dirty="0" err="1"/>
              <a:t>STDIN.readLine</a:t>
            </a:r>
            <a:r>
              <a:rPr lang="en-IN" sz="1600" b="1" dirty="0"/>
              <a:t>();</a:t>
            </a:r>
          </a:p>
          <a:p>
            <a:endParaRPr lang="en-IN" sz="1600" b="1" dirty="0"/>
          </a:p>
          <a:p>
            <a:r>
              <a:rPr lang="en-IN" sz="1600" b="1" dirty="0"/>
              <a:t>    String line=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int </a:t>
            </a:r>
            <a:r>
              <a:rPr lang="en-IN" sz="1600" b="1" dirty="0" err="1"/>
              <a:t>tsid</a:t>
            </a:r>
            <a:r>
              <a:rPr lang="en-IN" sz="1600" b="1" dirty="0"/>
              <a:t>=0;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EEAE4-A9BA-1C47-C35B-32534A526068}"/>
              </a:ext>
            </a:extLst>
          </p:cNvPr>
          <p:cNvSpPr txBox="1"/>
          <p:nvPr/>
        </p:nvSpPr>
        <p:spPr>
          <a:xfrm>
            <a:off x="5167030" y="725809"/>
            <a:ext cx="56444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while(line!=null) {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StringTokenizer</a:t>
            </a:r>
            <a:r>
              <a:rPr lang="en-IN" sz="1600" b="1" dirty="0"/>
              <a:t> </a:t>
            </a:r>
            <a:r>
              <a:rPr lang="en-IN" sz="1600" b="1" dirty="0" err="1"/>
              <a:t>st</a:t>
            </a:r>
            <a:r>
              <a:rPr lang="en-IN" sz="1600" b="1" dirty="0"/>
              <a:t>=new </a:t>
            </a:r>
            <a:r>
              <a:rPr lang="en-IN" sz="1600" b="1" dirty="0" err="1"/>
              <a:t>StringTokenizer</a:t>
            </a:r>
            <a:r>
              <a:rPr lang="en-IN" sz="1600" b="1" dirty="0"/>
              <a:t>(line,"&amp;");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tsid</a:t>
            </a:r>
            <a:r>
              <a:rPr lang="en-IN" sz="1600" b="1" dirty="0"/>
              <a:t>=</a:t>
            </a:r>
            <a:r>
              <a:rPr lang="en-IN" sz="1600" b="1" dirty="0" err="1"/>
              <a:t>Integer.parseInt</a:t>
            </a:r>
            <a:r>
              <a:rPr lang="en-IN" sz="1600" b="1" dirty="0"/>
              <a:t>(</a:t>
            </a:r>
            <a:r>
              <a:rPr lang="en-IN" sz="1600" b="1" dirty="0" err="1"/>
              <a:t>st.nextToken</a:t>
            </a:r>
            <a:r>
              <a:rPr lang="en-IN" sz="1600" b="1" dirty="0"/>
              <a:t>());</a:t>
            </a:r>
          </a:p>
          <a:p>
            <a:r>
              <a:rPr lang="en-IN" sz="1600" b="1" dirty="0"/>
              <a:t>      if(</a:t>
            </a:r>
            <a:r>
              <a:rPr lang="en-IN" sz="1600" b="1" dirty="0" err="1"/>
              <a:t>tsid</a:t>
            </a:r>
            <a:r>
              <a:rPr lang="en-IN" sz="1600" b="1" dirty="0"/>
              <a:t>==</a:t>
            </a:r>
            <a:r>
              <a:rPr lang="en-IN" sz="1600" b="1" dirty="0" err="1"/>
              <a:t>sid</a:t>
            </a:r>
            <a:r>
              <a:rPr lang="en-IN" sz="1600" b="1" dirty="0"/>
              <a:t>) {</a:t>
            </a:r>
          </a:p>
          <a:p>
            <a:r>
              <a:rPr lang="en-IN" sz="1600" b="1" dirty="0"/>
              <a:t>        raf1.writeBytes(</a:t>
            </a:r>
            <a:r>
              <a:rPr lang="en-IN" sz="1600" b="1" dirty="0" err="1"/>
              <a:t>sid</a:t>
            </a:r>
            <a:r>
              <a:rPr lang="en-IN" sz="1600" b="1" dirty="0"/>
              <a:t>+"&amp;"+</a:t>
            </a:r>
            <a:r>
              <a:rPr lang="en-IN" sz="1600" b="1" dirty="0" err="1"/>
              <a:t>sname</a:t>
            </a:r>
            <a:r>
              <a:rPr lang="en-IN" sz="1600" b="1" dirty="0"/>
              <a:t>+"&amp;"+email+"&amp;"+mobile);</a:t>
            </a:r>
          </a:p>
          <a:p>
            <a:r>
              <a:rPr lang="en-IN" sz="1600" b="1" dirty="0"/>
              <a:t>        raf1.writeBytes("\n");</a:t>
            </a:r>
          </a:p>
          <a:p>
            <a:r>
              <a:rPr lang="en-IN" sz="1600" b="1" dirty="0"/>
              <a:t>      } else {</a:t>
            </a:r>
          </a:p>
          <a:p>
            <a:r>
              <a:rPr lang="en-IN" sz="1600" b="1" dirty="0"/>
              <a:t>        raf1.writeBytes(line+"\n");</a:t>
            </a:r>
          </a:p>
          <a:p>
            <a:r>
              <a:rPr lang="en-IN" sz="1600" b="1" dirty="0"/>
              <a:t>      }// else</a:t>
            </a:r>
          </a:p>
          <a:p>
            <a:r>
              <a:rPr lang="en-IN" sz="1600" b="1" dirty="0"/>
              <a:t>      line=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}// while()</a:t>
            </a:r>
          </a:p>
          <a:p>
            <a:endParaRPr lang="en-IN" sz="1600" b="1" dirty="0"/>
          </a:p>
          <a:p>
            <a:r>
              <a:rPr lang="en-IN" sz="1600" b="1" dirty="0"/>
              <a:t>    </a:t>
            </a:r>
            <a:r>
              <a:rPr lang="en-IN" sz="1600" b="1" dirty="0" err="1"/>
              <a:t>raf.close</a:t>
            </a:r>
            <a:r>
              <a:rPr lang="en-IN" sz="1600" b="1" dirty="0"/>
              <a:t>(); </a:t>
            </a:r>
          </a:p>
          <a:p>
            <a:r>
              <a:rPr lang="en-IN" sz="1600" b="1" dirty="0"/>
              <a:t>    raf1.close();</a:t>
            </a:r>
          </a:p>
          <a:p>
            <a:endParaRPr lang="en-IN" sz="1600" b="1" dirty="0"/>
          </a:p>
          <a:p>
            <a:r>
              <a:rPr lang="en-IN" sz="1600" b="1" dirty="0"/>
              <a:t>    File f=new File("</a:t>
            </a:r>
            <a:r>
              <a:rPr lang="en-IN" sz="1600" b="1" dirty="0" err="1"/>
              <a:t>Students.data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File f1=new File("</a:t>
            </a:r>
            <a:r>
              <a:rPr lang="en-IN" sz="1600" b="1" dirty="0" err="1"/>
              <a:t>Students_temp.data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f.delete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f1.renameTo(f);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B1967D-B491-92F5-D4DA-E77B54BE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88975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9E71C6C-976C-F0EB-4964-DC918BE32F5C}"/>
              </a:ext>
            </a:extLst>
          </p:cNvPr>
          <p:cNvSpPr txBox="1"/>
          <p:nvPr/>
        </p:nvSpPr>
        <p:spPr>
          <a:xfrm>
            <a:off x="312703" y="684156"/>
            <a:ext cx="49719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RAFDelete.java</a:t>
            </a:r>
          </a:p>
          <a:p>
            <a:r>
              <a:rPr lang="en-IN" sz="1600" b="1" dirty="0"/>
              <a:t>import java.io.*;</a:t>
            </a:r>
          </a:p>
          <a:p>
            <a:r>
              <a:rPr lang="en-IN" sz="1600" b="1" dirty="0"/>
              <a:t>import </a:t>
            </a:r>
            <a:r>
              <a:rPr lang="en-IN" sz="1600" b="1" dirty="0" err="1"/>
              <a:t>java.util</a:t>
            </a:r>
            <a:r>
              <a:rPr lang="en-IN" sz="1600" b="1" dirty="0"/>
              <a:t>.*;</a:t>
            </a:r>
          </a:p>
          <a:p>
            <a:r>
              <a:rPr lang="en-IN" sz="1600" b="1" dirty="0"/>
              <a:t>public class </a:t>
            </a:r>
            <a:r>
              <a:rPr lang="en-IN" sz="1600" b="1" dirty="0" err="1"/>
              <a:t>RAFDelete</a:t>
            </a:r>
            <a:r>
              <a:rPr lang="en-IN" sz="1600" b="1" dirty="0"/>
              <a:t> {</a:t>
            </a:r>
          </a:p>
          <a:p>
            <a:r>
              <a:rPr lang="en-IN" sz="1600" b="1" dirty="0"/>
              <a:t>  public static void main(String rags[]) throws Exception {</a:t>
            </a:r>
          </a:p>
          <a:p>
            <a:r>
              <a:rPr lang="en-IN" sz="1600" b="1" dirty="0"/>
              <a:t>    RandomAccessFile </a:t>
            </a:r>
            <a:r>
              <a:rPr lang="en-IN" sz="1600" b="1" dirty="0" err="1"/>
              <a:t>raf</a:t>
            </a:r>
            <a:r>
              <a:rPr lang="en-IN" sz="1600" b="1" dirty="0"/>
              <a:t>=new RandomAccessFile("</a:t>
            </a:r>
            <a:r>
              <a:rPr lang="en-IN" sz="1600" b="1" dirty="0" err="1"/>
              <a:t>Students.data</a:t>
            </a:r>
            <a:r>
              <a:rPr lang="en-IN" sz="1600" b="1" dirty="0"/>
              <a:t>", "</a:t>
            </a:r>
            <a:r>
              <a:rPr lang="en-IN" sz="1600" b="1" dirty="0" err="1"/>
              <a:t>rw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RandomAccessFile raf1=new RandomAccessFile("</a:t>
            </a:r>
            <a:r>
              <a:rPr lang="en-IN" sz="1600" b="1" dirty="0" err="1"/>
              <a:t>Students_temp.data</a:t>
            </a:r>
            <a:r>
              <a:rPr lang="en-IN" sz="1600" b="1" dirty="0"/>
              <a:t>", "</a:t>
            </a:r>
            <a:r>
              <a:rPr lang="en-IN" sz="1600" b="1" dirty="0" err="1"/>
              <a:t>rw</a:t>
            </a:r>
            <a:r>
              <a:rPr lang="en-IN" sz="1600" b="1" dirty="0"/>
              <a:t>");</a:t>
            </a:r>
          </a:p>
          <a:p>
            <a:endParaRPr lang="en-IN" sz="1600" b="1" dirty="0"/>
          </a:p>
          <a:p>
            <a:r>
              <a:rPr lang="en-IN" sz="1600" b="1" dirty="0"/>
              <a:t>    </a:t>
            </a:r>
            <a:r>
              <a:rPr lang="en-IN" sz="1600" b="1" dirty="0" err="1"/>
              <a:t>System.out.println</a:t>
            </a:r>
            <a:r>
              <a:rPr lang="en-IN" sz="1600" b="1" dirty="0"/>
              <a:t>("Enter SID");</a:t>
            </a:r>
          </a:p>
          <a:p>
            <a:r>
              <a:rPr lang="en-IN" sz="1600" b="1" dirty="0"/>
              <a:t>    int </a:t>
            </a:r>
            <a:r>
              <a:rPr lang="en-IN" sz="1600" b="1" dirty="0" err="1"/>
              <a:t>sid</a:t>
            </a:r>
            <a:r>
              <a:rPr lang="en-IN" sz="1600" b="1" dirty="0"/>
              <a:t>=</a:t>
            </a:r>
            <a:r>
              <a:rPr lang="en-IN" sz="1600" b="1" dirty="0" err="1"/>
              <a:t>STDIN.readInt</a:t>
            </a:r>
            <a:r>
              <a:rPr lang="en-IN" sz="1600" b="1" dirty="0"/>
              <a:t>();</a:t>
            </a:r>
          </a:p>
          <a:p>
            <a:endParaRPr lang="en-IN" sz="1600" b="1" dirty="0"/>
          </a:p>
          <a:p>
            <a:r>
              <a:rPr lang="en-IN" sz="1600" b="1" dirty="0"/>
              <a:t>    String line=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int </a:t>
            </a:r>
            <a:r>
              <a:rPr lang="en-IN" sz="1600" b="1" dirty="0" err="1"/>
              <a:t>tsid</a:t>
            </a:r>
            <a:r>
              <a:rPr lang="en-IN" sz="1600" b="1" dirty="0"/>
              <a:t>=0;</a:t>
            </a:r>
          </a:p>
          <a:p>
            <a:r>
              <a:rPr lang="en-IN" sz="1600" b="1" dirty="0"/>
              <a:t>    while(line!=null) {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StringTokenizer</a:t>
            </a:r>
            <a:r>
              <a:rPr lang="en-IN" sz="1600" b="1" dirty="0"/>
              <a:t> </a:t>
            </a:r>
            <a:r>
              <a:rPr lang="en-IN" sz="1600" b="1" dirty="0" err="1"/>
              <a:t>st</a:t>
            </a:r>
            <a:r>
              <a:rPr lang="en-IN" sz="1600" b="1" dirty="0"/>
              <a:t>=new </a:t>
            </a:r>
            <a:r>
              <a:rPr lang="en-IN" sz="1600" b="1" dirty="0" err="1"/>
              <a:t>StringTokenizer</a:t>
            </a:r>
            <a:r>
              <a:rPr lang="en-IN" sz="1600" b="1" dirty="0"/>
              <a:t>(line,"&amp;");</a:t>
            </a:r>
          </a:p>
          <a:p>
            <a:r>
              <a:rPr lang="en-IN" sz="1600" b="1" dirty="0"/>
              <a:t>      </a:t>
            </a:r>
            <a:r>
              <a:rPr lang="en-IN" sz="1600" b="1" dirty="0" err="1"/>
              <a:t>tsid</a:t>
            </a:r>
            <a:r>
              <a:rPr lang="en-IN" sz="1600" b="1" dirty="0"/>
              <a:t>=</a:t>
            </a:r>
            <a:r>
              <a:rPr lang="en-IN" sz="1600" b="1" dirty="0" err="1"/>
              <a:t>Integer.parseInt</a:t>
            </a:r>
            <a:r>
              <a:rPr lang="en-IN" sz="1600" b="1" dirty="0"/>
              <a:t>(</a:t>
            </a:r>
            <a:r>
              <a:rPr lang="en-IN" sz="1600" b="1" dirty="0" err="1"/>
              <a:t>st.nextToken</a:t>
            </a:r>
            <a:r>
              <a:rPr lang="en-IN" sz="1600" b="1" dirty="0"/>
              <a:t>());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EEAE4-A9BA-1C47-C35B-32534A526068}"/>
              </a:ext>
            </a:extLst>
          </p:cNvPr>
          <p:cNvSpPr txBox="1"/>
          <p:nvPr/>
        </p:nvSpPr>
        <p:spPr>
          <a:xfrm>
            <a:off x="5257523" y="1001674"/>
            <a:ext cx="643689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  if(</a:t>
            </a:r>
            <a:r>
              <a:rPr lang="en-IN" sz="1600" b="1" dirty="0" err="1"/>
              <a:t>tsid</a:t>
            </a:r>
            <a:r>
              <a:rPr lang="en-IN" sz="1600" b="1" dirty="0"/>
              <a:t>==</a:t>
            </a:r>
            <a:r>
              <a:rPr lang="en-IN" sz="1600" b="1" dirty="0" err="1"/>
              <a:t>sid</a:t>
            </a:r>
            <a:r>
              <a:rPr lang="en-IN" sz="1600" b="1" dirty="0"/>
              <a:t>) {</a:t>
            </a:r>
          </a:p>
          <a:p>
            <a:r>
              <a:rPr lang="en-IN" sz="1600" b="1" dirty="0"/>
              <a:t>    // </a:t>
            </a:r>
            <a:r>
              <a:rPr lang="en-IN" sz="1600" b="1" dirty="0" err="1"/>
              <a:t>iam</a:t>
            </a:r>
            <a:r>
              <a:rPr lang="en-IN" sz="1600" b="1" dirty="0"/>
              <a:t> not writing anything into temp file, that means record is deleted</a:t>
            </a:r>
          </a:p>
          <a:p>
            <a:r>
              <a:rPr lang="en-IN" sz="1600" b="1" dirty="0"/>
              <a:t>  } else {</a:t>
            </a:r>
          </a:p>
          <a:p>
            <a:r>
              <a:rPr lang="en-IN" sz="1600" b="1" dirty="0"/>
              <a:t>    // remaining records I am writing as it is into temp file</a:t>
            </a:r>
          </a:p>
          <a:p>
            <a:r>
              <a:rPr lang="en-IN" sz="1600" b="1" dirty="0"/>
              <a:t>raf1.writeBytes(</a:t>
            </a:r>
            <a:r>
              <a:rPr lang="en-IN" sz="1600" b="1" dirty="0" err="1"/>
              <a:t>tsid</a:t>
            </a:r>
            <a:r>
              <a:rPr lang="en-IN" sz="1600" b="1" dirty="0"/>
              <a:t>+"&amp;"+</a:t>
            </a:r>
            <a:r>
              <a:rPr lang="en-IN" sz="1600" b="1" dirty="0" err="1"/>
              <a:t>st.nextToken</a:t>
            </a:r>
            <a:r>
              <a:rPr lang="en-IN" sz="1600" b="1" dirty="0"/>
              <a:t>()+"&amp;"+</a:t>
            </a:r>
            <a:r>
              <a:rPr lang="en-IN" sz="1600" b="1" dirty="0" err="1"/>
              <a:t>st.nextToken</a:t>
            </a:r>
            <a:r>
              <a:rPr lang="en-IN" sz="1600" b="1" dirty="0"/>
              <a:t>()+"&amp;"+</a:t>
            </a:r>
            <a:r>
              <a:rPr lang="en-IN" sz="1600" b="1" dirty="0" err="1"/>
              <a:t>st.nextToken</a:t>
            </a:r>
            <a:r>
              <a:rPr lang="en-IN" sz="1600" b="1" dirty="0"/>
              <a:t>());</a:t>
            </a:r>
          </a:p>
          <a:p>
            <a:r>
              <a:rPr lang="en-IN" sz="1600" b="1" dirty="0"/>
              <a:t>        raf1.writeBytes("\n");</a:t>
            </a:r>
          </a:p>
          <a:p>
            <a:r>
              <a:rPr lang="en-IN" sz="1600" b="1" dirty="0"/>
              <a:t>      }// else</a:t>
            </a:r>
          </a:p>
          <a:p>
            <a:r>
              <a:rPr lang="en-IN" sz="1600" b="1" dirty="0"/>
              <a:t>      line=</a:t>
            </a:r>
            <a:r>
              <a:rPr lang="en-IN" sz="1600" b="1" dirty="0" err="1"/>
              <a:t>raf.readLine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}// while()</a:t>
            </a:r>
          </a:p>
          <a:p>
            <a:endParaRPr lang="en-IN" sz="1600" b="1" dirty="0"/>
          </a:p>
          <a:p>
            <a:r>
              <a:rPr lang="en-IN" sz="1600" b="1" dirty="0"/>
              <a:t>    </a:t>
            </a:r>
            <a:r>
              <a:rPr lang="en-IN" sz="1600" b="1" dirty="0" err="1"/>
              <a:t>raf.close</a:t>
            </a:r>
            <a:r>
              <a:rPr lang="en-IN" sz="1600" b="1" dirty="0"/>
              <a:t>(); raf1.close();</a:t>
            </a:r>
          </a:p>
          <a:p>
            <a:endParaRPr lang="en-IN" sz="1600" b="1" dirty="0"/>
          </a:p>
          <a:p>
            <a:r>
              <a:rPr lang="en-IN" sz="1600" b="1" dirty="0"/>
              <a:t>    File f=new File("</a:t>
            </a:r>
            <a:r>
              <a:rPr lang="en-IN" sz="1600" b="1" dirty="0" err="1"/>
              <a:t>Students.data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File f1=new File("</a:t>
            </a:r>
            <a:r>
              <a:rPr lang="en-IN" sz="1600" b="1" dirty="0" err="1"/>
              <a:t>Students_temp.data</a:t>
            </a:r>
            <a:r>
              <a:rPr lang="en-IN" sz="1600" b="1" dirty="0"/>
              <a:t>");</a:t>
            </a:r>
          </a:p>
          <a:p>
            <a:r>
              <a:rPr lang="en-IN" sz="1600" b="1" dirty="0"/>
              <a:t>    </a:t>
            </a:r>
            <a:r>
              <a:rPr lang="en-IN" sz="1600" b="1" dirty="0" err="1"/>
              <a:t>f.delete</a:t>
            </a:r>
            <a:r>
              <a:rPr lang="en-IN" sz="1600" b="1" dirty="0"/>
              <a:t>();</a:t>
            </a:r>
          </a:p>
          <a:p>
            <a:r>
              <a:rPr lang="en-IN" sz="1600" b="1" dirty="0"/>
              <a:t>    f1.renameTo(f);</a:t>
            </a:r>
          </a:p>
          <a:p>
            <a:r>
              <a:rPr lang="en-IN" sz="1600" b="1" dirty="0"/>
              <a:t>  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3D3DE7-3C82-F421-EA7C-E3EA23E1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68873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1714</Words>
  <Application>Microsoft Office PowerPoint</Application>
  <PresentationFormat>Widescreen</PresentationFormat>
  <Paragraphs>241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80</cp:revision>
  <dcterms:created xsi:type="dcterms:W3CDTF">2021-09-13T09:22:41Z</dcterms:created>
  <dcterms:modified xsi:type="dcterms:W3CDTF">2023-08-24T05:59:31Z</dcterms:modified>
</cp:coreProperties>
</file>