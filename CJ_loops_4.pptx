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1" r:id="rId2"/>
    <p:sldId id="320" r:id="rId3"/>
    <p:sldId id="312" r:id="rId4"/>
    <p:sldId id="321" r:id="rId5"/>
    <p:sldId id="313" r:id="rId6"/>
    <p:sldId id="314" r:id="rId7"/>
    <p:sldId id="315" r:id="rId8"/>
    <p:sldId id="316" r:id="rId9"/>
    <p:sldId id="317" r:id="rId10"/>
    <p:sldId id="318" r:id="rId11"/>
    <p:sldId id="3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23D99B-504D-4DE6-ABA3-C2182726D714}">
          <p14:sldIdLst>
            <p14:sldId id="311"/>
            <p14:sldId id="320"/>
            <p14:sldId id="312"/>
            <p14:sldId id="321"/>
            <p14:sldId id="313"/>
          </p14:sldIdLst>
        </p14:section>
        <p14:section name="Untitled Section" id="{58A01502-545F-422A-9259-742397FBD38B}">
          <p14:sldIdLst>
            <p14:sldId id="314"/>
            <p14:sldId id="315"/>
            <p14:sldId id="316"/>
            <p14:sldId id="317"/>
            <p14:sldId id="318"/>
            <p14:sldId id="319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05D3"/>
    <a:srgbClr val="FF9933"/>
    <a:srgbClr val="FF5050"/>
    <a:srgbClr val="990033"/>
    <a:srgbClr val="003F66"/>
    <a:srgbClr val="0000FF"/>
    <a:srgbClr val="3399FF"/>
    <a:srgbClr val="90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95" d="100"/>
          <a:sy n="95" d="100"/>
        </p:scale>
        <p:origin x="-206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0041BE56-B3AA-50A9-E34C-A696EE9CBD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C5F9419-7BD0-28BB-A578-5967F0B8BF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6BC00-4C03-4367-B9DB-BCC5DB0DBBAD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468025B-4A0B-7F73-2CAE-FF8A3F1467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3BCA0DC-558A-CEC1-84FE-32E11777F2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8B40A-7C9D-46EA-B6C8-85054C39D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53975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308FD-8BF4-40BB-9B87-B3DD454A8B9F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Suryanarayana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790DC-2BEF-4824-8C16-37DEB29AC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3485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C15-6DA8-4A75-8B1F-98F104F6A659}" type="datetime1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F2435-5317-4A6C-BC1C-AF36216C1008}" type="datetime1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CA08-DB14-4D34-BEE9-ACA6CD2DACDB}" type="datetime1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79DF-589D-46D2-B0D9-CB4C183A0C05}" type="datetime1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A8C-F068-43A9-8CF5-5EFB6983B5E2}" type="datetime1">
              <a:rPr lang="en-US" smtClean="0"/>
              <a:t>9/14/2024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1D369-A88D-44DE-996B-883233556851}" type="datetime1">
              <a:rPr lang="en-US" smtClean="0"/>
              <a:t>9/14/2024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4B378-89F5-4446-B6EE-AD66C8ADAE06}" type="datetime1">
              <a:rPr lang="en-US" smtClean="0"/>
              <a:t>9/14/2024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48AD-7B40-4438-B785-DB998CE45CCE}" type="datetime1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22FB-BDDD-4675-BF9F-A080642DE680}" type="datetime1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074E3-5316-4FBF-BCC5-A9FADF6A757D}" type="datetime1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17F5-4050-4E22-B9AB-CBF8D602C456}" type="datetime1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AD131-BDAF-4F78-ACC6-7CD3832FFF04}" type="datetime1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7C693D9-5124-49B9-8135-A791E3865A37}"/>
              </a:ext>
            </a:extLst>
          </p:cNvPr>
          <p:cNvSpPr txBox="1"/>
          <p:nvPr/>
        </p:nvSpPr>
        <p:spPr>
          <a:xfrm>
            <a:off x="2302563" y="1412220"/>
            <a:ext cx="616888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rPr>
              <a:t>Loops </a:t>
            </a:r>
            <a:endParaRPr lang="en-US" sz="40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rPr>
              <a:t>for</a:t>
            </a:r>
          </a:p>
          <a:p>
            <a:pPr algn="ctr"/>
            <a:r>
              <a:rPr lang="en-US" sz="40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rPr>
              <a:t>for-each, </a:t>
            </a:r>
          </a:p>
          <a:p>
            <a:pPr algn="ctr"/>
            <a:r>
              <a:rPr lang="en-US" sz="40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rPr>
              <a:t>while</a:t>
            </a:r>
          </a:p>
          <a:p>
            <a:pPr algn="ctr"/>
            <a:r>
              <a:rPr lang="en-US" sz="40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rPr>
              <a:t>do-while loops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7F90C21B-8335-93FE-C371-C1A3D76B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3539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E98CE76-E576-4132-956F-6E4B91556344}"/>
              </a:ext>
            </a:extLst>
          </p:cNvPr>
          <p:cNvSpPr txBox="1"/>
          <p:nvPr/>
        </p:nvSpPr>
        <p:spPr>
          <a:xfrm>
            <a:off x="285750" y="824283"/>
            <a:ext cx="8898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Purpose of loop is to repeat the same, or similar code a number of times. The number of times may be classified as: </a:t>
            </a:r>
            <a:endParaRPr lang="en-US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Loops (for, for-each, while, do-while Loops)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53CE1B0-2556-4ED9-97D2-55925BFC98E6}"/>
              </a:ext>
            </a:extLst>
          </p:cNvPr>
          <p:cNvSpPr txBox="1"/>
          <p:nvPr/>
        </p:nvSpPr>
        <p:spPr>
          <a:xfrm>
            <a:off x="1202635" y="2681512"/>
            <a:ext cx="61688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arenR"/>
            </a:pPr>
            <a:r>
              <a:rPr lang="en-IN" sz="3600" b="1" dirty="0"/>
              <a:t>Definite Loops</a:t>
            </a:r>
          </a:p>
          <a:p>
            <a:pPr marL="742950" indent="-742950">
              <a:buFont typeface="+mj-lt"/>
              <a:buAutoNum type="arabicParenR"/>
            </a:pPr>
            <a:r>
              <a:rPr lang="en-IN" sz="3600" b="1" dirty="0"/>
              <a:t>Indefinite Loops</a:t>
            </a:r>
          </a:p>
          <a:p>
            <a:pPr marL="742950" indent="-742950">
              <a:buFont typeface="+mj-lt"/>
              <a:buAutoNum type="arabicParenR"/>
            </a:pPr>
            <a:r>
              <a:rPr lang="en-IN" sz="3600" b="1" dirty="0"/>
              <a:t>Infinite Loops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B8362E27-7F5B-4E13-ED69-24D0B85D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52416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E98CE76-E576-4132-956F-6E4B91556344}"/>
              </a:ext>
            </a:extLst>
          </p:cNvPr>
          <p:cNvSpPr txBox="1"/>
          <p:nvPr/>
        </p:nvSpPr>
        <p:spPr>
          <a:xfrm>
            <a:off x="285750" y="930299"/>
            <a:ext cx="115212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solidFill>
                  <a:srgbClr val="003F66"/>
                </a:solidFill>
              </a:rPr>
              <a:t>for loop syntax: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for(var </a:t>
            </a:r>
            <a:r>
              <a:rPr lang="en-US" sz="2000" b="1" dirty="0" err="1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</a:t>
            </a:r>
            <a:r>
              <a:rPr lang="en-US" sz="20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0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initialization; </a:t>
            </a:r>
            <a:r>
              <a:rPr lang="en-US" sz="2000" b="1" dirty="0" err="1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condition_for_termination</a:t>
            </a:r>
            <a:r>
              <a:rPr lang="en-US" sz="20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increment/decrement) {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one or more statements of logic written here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for loop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35AD8F3-445A-448E-9B01-18820C103661}"/>
              </a:ext>
            </a:extLst>
          </p:cNvPr>
          <p:cNvSpPr txBox="1"/>
          <p:nvPr/>
        </p:nvSpPr>
        <p:spPr>
          <a:xfrm>
            <a:off x="596350" y="2425184"/>
            <a:ext cx="6653854" cy="1569660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txBody>
          <a:bodyPr wrap="square">
            <a:spAutoFit/>
          </a:bodyPr>
          <a:lstStyle/>
          <a:p>
            <a:r>
              <a:rPr lang="en-IN" sz="2400" b="1" u="sng" dirty="0"/>
              <a:t>finite loop:</a:t>
            </a:r>
            <a:r>
              <a:rPr lang="en-IN" sz="2400" b="1" dirty="0"/>
              <a:t> iterates specified number of times</a:t>
            </a:r>
          </a:p>
          <a:p>
            <a:r>
              <a:rPr lang="en-IN" sz="2400" dirty="0"/>
              <a:t>for(int </a:t>
            </a:r>
            <a:r>
              <a:rPr lang="en-IN" sz="2400" dirty="0" err="1"/>
              <a:t>i</a:t>
            </a:r>
            <a:r>
              <a:rPr lang="en-IN" sz="2400" dirty="0"/>
              <a:t>=0;i&lt;10;i++) {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System.out.println</a:t>
            </a:r>
            <a:r>
              <a:rPr lang="en-IN" sz="2400" dirty="0"/>
              <a:t>(</a:t>
            </a:r>
            <a:r>
              <a:rPr lang="en-IN" sz="2400" dirty="0" err="1"/>
              <a:t>i</a:t>
            </a:r>
            <a:r>
              <a:rPr lang="en-IN" sz="2400" dirty="0"/>
              <a:t>);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5D2DCFE-7C2B-4744-8CB3-3F8F8F01178E}"/>
              </a:ext>
            </a:extLst>
          </p:cNvPr>
          <p:cNvSpPr txBox="1"/>
          <p:nvPr/>
        </p:nvSpPr>
        <p:spPr>
          <a:xfrm>
            <a:off x="596350" y="4010376"/>
            <a:ext cx="6653854" cy="2677656"/>
          </a:xfrm>
          <a:prstGeom prst="rect">
            <a:avLst/>
          </a:prstGeom>
          <a:noFill/>
          <a:ln w="28575">
            <a:solidFill>
              <a:srgbClr val="FF9933"/>
            </a:solidFill>
          </a:ln>
        </p:spPr>
        <p:txBody>
          <a:bodyPr wrap="square">
            <a:spAutoFit/>
          </a:bodyPr>
          <a:lstStyle/>
          <a:p>
            <a:r>
              <a:rPr lang="en-IN" sz="2400" b="1" u="sng" dirty="0"/>
              <a:t>infinite loop:</a:t>
            </a:r>
            <a:r>
              <a:rPr lang="en-IN" sz="2400" b="1" dirty="0"/>
              <a:t> iterates unlimited number of times</a:t>
            </a:r>
          </a:p>
          <a:p>
            <a:r>
              <a:rPr lang="en-IN" sz="2400" b="1" dirty="0"/>
              <a:t>int </a:t>
            </a:r>
            <a:r>
              <a:rPr lang="en-IN" sz="2400" b="1" dirty="0" err="1"/>
              <a:t>i</a:t>
            </a:r>
            <a:r>
              <a:rPr lang="en-IN" sz="2400" b="1" dirty="0"/>
              <a:t>=0;</a:t>
            </a:r>
          </a:p>
          <a:p>
            <a:r>
              <a:rPr lang="en-IN" sz="2400" b="1" dirty="0"/>
              <a:t>for(;;) {</a:t>
            </a:r>
          </a:p>
          <a:p>
            <a:r>
              <a:rPr lang="en-IN" sz="2400" b="1" dirty="0"/>
              <a:t>	</a:t>
            </a:r>
            <a:r>
              <a:rPr lang="en-IN" sz="2400" b="1" dirty="0" err="1"/>
              <a:t>System.out.println</a:t>
            </a:r>
            <a:r>
              <a:rPr lang="en-IN" sz="2400" b="1" dirty="0"/>
              <a:t>(</a:t>
            </a:r>
            <a:r>
              <a:rPr lang="en-IN" sz="2400" b="1" dirty="0" err="1"/>
              <a:t>i</a:t>
            </a:r>
            <a:r>
              <a:rPr lang="en-IN" sz="2400" b="1" dirty="0"/>
              <a:t>++);</a:t>
            </a:r>
          </a:p>
          <a:p>
            <a:r>
              <a:rPr lang="en-IN" sz="2400" b="1" dirty="0" smtClean="0"/>
              <a:t>}</a:t>
            </a:r>
            <a:endParaRPr lang="en-IN" sz="2400" b="1" dirty="0"/>
          </a:p>
          <a:p>
            <a:r>
              <a:rPr lang="en-IN" sz="2400" b="1" dirty="0"/>
              <a:t>while(true) {</a:t>
            </a:r>
          </a:p>
          <a:p>
            <a:r>
              <a:rPr lang="en-IN" sz="2400" b="1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F1C77482-667D-27E2-E15F-E54CFA8B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2840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E98CE76-E576-4132-956F-6E4B91556344}"/>
              </a:ext>
            </a:extLst>
          </p:cNvPr>
          <p:cNvSpPr txBox="1"/>
          <p:nvPr/>
        </p:nvSpPr>
        <p:spPr>
          <a:xfrm>
            <a:off x="285750" y="930299"/>
            <a:ext cx="889800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solidFill>
                  <a:srgbClr val="003F66"/>
                </a:solidFill>
              </a:rPr>
              <a:t>for loop syntax:</a:t>
            </a:r>
          </a:p>
          <a:p>
            <a:pPr algn="just"/>
            <a:r>
              <a:rPr lang="en-US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for(var </a:t>
            </a:r>
            <a:r>
              <a:rPr lang="en-US" b="1" dirty="0" err="1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</a:t>
            </a:r>
            <a:r>
              <a:rPr lang="en-US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initialization; </a:t>
            </a:r>
            <a:r>
              <a:rPr lang="en-US" b="1" dirty="0" err="1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condition_for_termination</a:t>
            </a:r>
            <a:r>
              <a:rPr lang="en-US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increment/decrement) {</a:t>
            </a:r>
          </a:p>
          <a:p>
            <a:pPr algn="just"/>
            <a:r>
              <a:rPr lang="en-US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one or more statements of logic written here</a:t>
            </a:r>
          </a:p>
          <a:p>
            <a:pPr algn="just"/>
            <a:r>
              <a:rPr lang="en-US" b="1" dirty="0">
                <a:solidFill>
                  <a:srgbClr val="003F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for loop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1D086D2-CC07-46C4-AF6E-382E1F4B9388}"/>
              </a:ext>
            </a:extLst>
          </p:cNvPr>
          <p:cNvSpPr txBox="1"/>
          <p:nvPr/>
        </p:nvSpPr>
        <p:spPr>
          <a:xfrm>
            <a:off x="285750" y="2426920"/>
            <a:ext cx="6166632" cy="230832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IN" sz="2400" b="1" u="sng" dirty="0"/>
              <a:t>indefinite loop:</a:t>
            </a:r>
            <a:r>
              <a:rPr lang="en-IN" sz="2400" b="1" dirty="0"/>
              <a:t> iterates as many elements exist in array</a:t>
            </a:r>
            <a:r>
              <a:rPr lang="en-IN" sz="2400" b="1" u="sng" dirty="0"/>
              <a:t> </a:t>
            </a:r>
          </a:p>
          <a:p>
            <a:r>
              <a:rPr lang="en-IN" sz="2400" dirty="0"/>
              <a:t>String names[]={“ABC”, “XYZ”, “Surya”};</a:t>
            </a:r>
          </a:p>
          <a:p>
            <a:r>
              <a:rPr lang="en-IN" sz="2400" dirty="0"/>
              <a:t>for(String </a:t>
            </a:r>
            <a:r>
              <a:rPr lang="en-IN" sz="2400" dirty="0" err="1"/>
              <a:t>name:names</a:t>
            </a:r>
            <a:r>
              <a:rPr lang="en-IN" sz="2400" dirty="0"/>
              <a:t>) {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System.out.println</a:t>
            </a:r>
            <a:r>
              <a:rPr lang="en-IN" sz="2400" dirty="0"/>
              <a:t>(name);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575A17E5-A5F4-4DEF-BEDB-151DC3A3E0CC}"/>
              </a:ext>
            </a:extLst>
          </p:cNvPr>
          <p:cNvSpPr txBox="1"/>
          <p:nvPr/>
        </p:nvSpPr>
        <p:spPr>
          <a:xfrm>
            <a:off x="6803631" y="1935196"/>
            <a:ext cx="5091590" cy="3416320"/>
          </a:xfrm>
          <a:prstGeom prst="rect">
            <a:avLst/>
          </a:prstGeom>
          <a:noFill/>
          <a:ln w="28575">
            <a:solidFill>
              <a:srgbClr val="F105D3"/>
            </a:solidFill>
          </a:ln>
        </p:spPr>
        <p:txBody>
          <a:bodyPr wrap="square">
            <a:spAutoFit/>
          </a:bodyPr>
          <a:lstStyle/>
          <a:p>
            <a:r>
              <a:rPr lang="en-IN" sz="2400" b="1" u="sng" dirty="0"/>
              <a:t>indefinite loop:</a:t>
            </a:r>
            <a:r>
              <a:rPr lang="en-IN" sz="2400" b="1" dirty="0"/>
              <a:t> iterates as many elements exist in List</a:t>
            </a:r>
            <a:endParaRPr lang="en-IN" sz="2400" b="1" u="sng" dirty="0"/>
          </a:p>
          <a:p>
            <a:r>
              <a:rPr lang="en-IN" sz="2400" dirty="0"/>
              <a:t>List names=new </a:t>
            </a:r>
            <a:r>
              <a:rPr lang="en-IN" sz="2400" dirty="0" err="1"/>
              <a:t>ArrayList</a:t>
            </a:r>
            <a:r>
              <a:rPr lang="en-IN" sz="2400" dirty="0"/>
              <a:t>();</a:t>
            </a:r>
          </a:p>
          <a:p>
            <a:r>
              <a:rPr lang="en-IN" sz="2400" dirty="0" err="1"/>
              <a:t>names.add</a:t>
            </a:r>
            <a:r>
              <a:rPr lang="en-IN" sz="2400" dirty="0"/>
              <a:t>(“ABC”); </a:t>
            </a:r>
            <a:r>
              <a:rPr lang="en-IN" sz="2400" dirty="0" err="1"/>
              <a:t>names.add</a:t>
            </a:r>
            <a:r>
              <a:rPr lang="en-IN" sz="2400" dirty="0"/>
              <a:t>(“XYZ”);</a:t>
            </a:r>
          </a:p>
          <a:p>
            <a:r>
              <a:rPr lang="en-IN" sz="2400" dirty="0" err="1"/>
              <a:t>names.add</a:t>
            </a:r>
            <a:r>
              <a:rPr lang="en-IN" sz="2400" dirty="0"/>
              <a:t>(“LMN”); </a:t>
            </a:r>
            <a:r>
              <a:rPr lang="en-IN" sz="2400" dirty="0" err="1"/>
              <a:t>names.add</a:t>
            </a:r>
            <a:r>
              <a:rPr lang="en-IN" sz="2400" dirty="0"/>
              <a:t>(“PQR”);</a:t>
            </a:r>
          </a:p>
          <a:p>
            <a:r>
              <a:rPr lang="en-IN" sz="2400" dirty="0"/>
              <a:t>for(String </a:t>
            </a:r>
            <a:r>
              <a:rPr lang="en-IN" sz="2400" dirty="0" err="1"/>
              <a:t>name:names</a:t>
            </a:r>
            <a:r>
              <a:rPr lang="en-IN" sz="2400" dirty="0"/>
              <a:t>) {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System.out.println</a:t>
            </a:r>
            <a:r>
              <a:rPr lang="en-IN" sz="2400" dirty="0"/>
              <a:t>(name);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F1C77482-667D-27E2-E15F-E54CFA8B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01283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Finite for loop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35AD8F3-445A-448E-9B01-18820C103661}"/>
              </a:ext>
            </a:extLst>
          </p:cNvPr>
          <p:cNvSpPr txBox="1"/>
          <p:nvPr/>
        </p:nvSpPr>
        <p:spPr>
          <a:xfrm>
            <a:off x="483755" y="1245104"/>
            <a:ext cx="8924940" cy="35394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3200" dirty="0"/>
              <a:t>class </a:t>
            </a:r>
            <a:r>
              <a:rPr lang="en-IN" sz="3200" dirty="0" err="1"/>
              <a:t>SimpleFiniteLoop</a:t>
            </a:r>
            <a:r>
              <a:rPr lang="en-IN" sz="3200" dirty="0"/>
              <a:t> {</a:t>
            </a:r>
          </a:p>
          <a:p>
            <a:r>
              <a:rPr lang="en-IN" sz="3200" dirty="0"/>
              <a:t>	public static void main(String rags[]) {</a:t>
            </a:r>
          </a:p>
          <a:p>
            <a:pPr lvl="3"/>
            <a:r>
              <a:rPr lang="en-IN" sz="3200" dirty="0"/>
              <a:t>for(int </a:t>
            </a:r>
            <a:r>
              <a:rPr lang="en-IN" sz="3200" dirty="0" err="1"/>
              <a:t>i</a:t>
            </a:r>
            <a:r>
              <a:rPr lang="en-IN" sz="3200" dirty="0"/>
              <a:t>=0;i&lt;10;i++) {</a:t>
            </a:r>
          </a:p>
          <a:p>
            <a:pPr lvl="3"/>
            <a:r>
              <a:rPr lang="en-IN" sz="3200" dirty="0"/>
              <a:t>	</a:t>
            </a:r>
            <a:r>
              <a:rPr lang="en-IN" sz="3200" dirty="0" err="1"/>
              <a:t>System.out.println</a:t>
            </a:r>
            <a:r>
              <a:rPr lang="en-IN" sz="3200" dirty="0"/>
              <a:t>(</a:t>
            </a:r>
            <a:r>
              <a:rPr lang="en-IN" sz="3200" dirty="0" err="1"/>
              <a:t>i</a:t>
            </a:r>
            <a:r>
              <a:rPr lang="en-IN" sz="3200" dirty="0"/>
              <a:t>);</a:t>
            </a:r>
          </a:p>
          <a:p>
            <a:pPr lvl="3"/>
            <a:r>
              <a:rPr lang="en-IN" sz="3200" dirty="0"/>
              <a:t>}</a:t>
            </a:r>
          </a:p>
          <a:p>
            <a:r>
              <a:rPr lang="en-IN" sz="3200" dirty="0"/>
              <a:t>	}</a:t>
            </a:r>
          </a:p>
          <a:p>
            <a:r>
              <a:rPr lang="en-IN" sz="3200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9A0799FC-3469-DF51-7584-0126298F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00088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 err="1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Indifinite</a:t>
              </a:r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 for loop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35AD8F3-445A-448E-9B01-18820C103661}"/>
              </a:ext>
            </a:extLst>
          </p:cNvPr>
          <p:cNvSpPr txBox="1"/>
          <p:nvPr/>
        </p:nvSpPr>
        <p:spPr>
          <a:xfrm>
            <a:off x="299768" y="1074509"/>
            <a:ext cx="10442688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400" b="1" dirty="0"/>
              <a:t>class </a:t>
            </a:r>
            <a:r>
              <a:rPr lang="en-IN" sz="2400" b="1" dirty="0" err="1"/>
              <a:t>IndifiniteLoop</a:t>
            </a:r>
            <a:r>
              <a:rPr lang="en-IN" sz="2400" b="1" dirty="0"/>
              <a:t> {</a:t>
            </a:r>
          </a:p>
          <a:p>
            <a:r>
              <a:rPr lang="en-IN" sz="2400" b="1" dirty="0"/>
              <a:t>	public static void main(String rags[]) {</a:t>
            </a:r>
          </a:p>
          <a:p>
            <a:r>
              <a:rPr lang="en-IN" sz="2400" b="1" dirty="0"/>
              <a:t>		String names[]={“ABC”, “XYZ”, “Surya”};</a:t>
            </a:r>
          </a:p>
          <a:p>
            <a:r>
              <a:rPr lang="en-IN" sz="2400" b="1" dirty="0"/>
              <a:t>		// old way of iterating over array</a:t>
            </a:r>
          </a:p>
          <a:p>
            <a:r>
              <a:rPr lang="en-IN" sz="2400" b="1" dirty="0"/>
              <a:t>		int </a:t>
            </a:r>
            <a:r>
              <a:rPr lang="en-IN" sz="2400" b="1" dirty="0" err="1"/>
              <a:t>len</a:t>
            </a:r>
            <a:r>
              <a:rPr lang="en-IN" sz="2400" b="1" dirty="0"/>
              <a:t>=</a:t>
            </a:r>
            <a:r>
              <a:rPr lang="en-IN" sz="2400" b="1" dirty="0" err="1"/>
              <a:t>names.length</a:t>
            </a:r>
            <a:r>
              <a:rPr lang="en-IN" sz="2400" b="1" dirty="0"/>
              <a:t>;</a:t>
            </a:r>
          </a:p>
          <a:p>
            <a:r>
              <a:rPr lang="en-IN" sz="2400" b="1" dirty="0"/>
              <a:t>		for(int </a:t>
            </a:r>
            <a:r>
              <a:rPr lang="en-IN" sz="2400" b="1" dirty="0" err="1"/>
              <a:t>i</a:t>
            </a:r>
            <a:r>
              <a:rPr lang="en-IN" sz="2400" b="1" dirty="0"/>
              <a:t>=0;i&lt;</a:t>
            </a:r>
            <a:r>
              <a:rPr lang="en-IN" sz="2400" b="1" dirty="0" err="1"/>
              <a:t>len;i</a:t>
            </a:r>
            <a:r>
              <a:rPr lang="en-IN" sz="2400" b="1" dirty="0"/>
              <a:t>++) {</a:t>
            </a:r>
          </a:p>
          <a:p>
            <a:r>
              <a:rPr lang="en-IN" sz="2400" b="1" dirty="0"/>
              <a:t>			</a:t>
            </a:r>
            <a:r>
              <a:rPr lang="en-IN" sz="2400" b="1" dirty="0" err="1"/>
              <a:t>System.out.println</a:t>
            </a:r>
            <a:r>
              <a:rPr lang="en-IN" sz="2400" b="1" dirty="0"/>
              <a:t>(names[</a:t>
            </a:r>
            <a:r>
              <a:rPr lang="en-IN" sz="2400" b="1" dirty="0" err="1"/>
              <a:t>i</a:t>
            </a:r>
            <a:r>
              <a:rPr lang="en-IN" sz="2400" b="1" dirty="0"/>
              <a:t>]);</a:t>
            </a:r>
          </a:p>
          <a:p>
            <a:r>
              <a:rPr lang="en-IN" sz="2400" b="1" dirty="0"/>
              <a:t>		}</a:t>
            </a:r>
          </a:p>
          <a:p>
            <a:r>
              <a:rPr lang="en-IN" sz="2400" b="1" dirty="0"/>
              <a:t>		// for-each/enhanced for loop of iterating over array since JDK 1.5 </a:t>
            </a:r>
          </a:p>
          <a:p>
            <a:r>
              <a:rPr lang="en-IN" sz="2400" b="1" dirty="0"/>
              <a:t>		for(String </a:t>
            </a:r>
            <a:r>
              <a:rPr lang="en-IN" sz="2400" b="1" dirty="0" err="1"/>
              <a:t>name:names</a:t>
            </a:r>
            <a:r>
              <a:rPr lang="en-IN" sz="2400" b="1" dirty="0"/>
              <a:t>) {</a:t>
            </a:r>
          </a:p>
          <a:p>
            <a:r>
              <a:rPr lang="en-IN" sz="2400" b="1" dirty="0"/>
              <a:t>			</a:t>
            </a:r>
            <a:r>
              <a:rPr lang="en-IN" sz="2400" b="1" dirty="0" err="1"/>
              <a:t>System.out.println</a:t>
            </a:r>
            <a:r>
              <a:rPr lang="en-IN" sz="2400" b="1" dirty="0"/>
              <a:t>(name);</a:t>
            </a:r>
          </a:p>
          <a:p>
            <a:r>
              <a:rPr lang="en-IN" sz="2400" b="1" dirty="0"/>
              <a:t>		}</a:t>
            </a:r>
          </a:p>
          <a:p>
            <a:r>
              <a:rPr lang="en-IN" sz="2400" b="1" dirty="0"/>
              <a:t>	}</a:t>
            </a:r>
          </a:p>
          <a:p>
            <a:r>
              <a:rPr lang="en-IN" sz="2400" b="1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D449CFA0-3480-5F16-14E7-21B1C7E6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63399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while, do-while loop syntax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92562A1B-0485-4DB4-AAF7-EE519EF07571}"/>
              </a:ext>
            </a:extLst>
          </p:cNvPr>
          <p:cNvSpPr txBox="1"/>
          <p:nvPr/>
        </p:nvSpPr>
        <p:spPr>
          <a:xfrm>
            <a:off x="697778" y="1006327"/>
            <a:ext cx="74488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while syntax:</a:t>
            </a:r>
          </a:p>
          <a:p>
            <a:r>
              <a:rPr lang="en-IN" sz="2400" b="1" dirty="0"/>
              <a:t>	var </a:t>
            </a:r>
            <a:r>
              <a:rPr lang="en-IN" sz="2400" b="1" dirty="0" err="1"/>
              <a:t>declaration_initialization</a:t>
            </a:r>
            <a:r>
              <a:rPr lang="en-IN" sz="2400" b="1" dirty="0"/>
              <a:t>;</a:t>
            </a:r>
          </a:p>
          <a:p>
            <a:r>
              <a:rPr lang="en-IN" sz="2400" b="1" dirty="0"/>
              <a:t>	while(</a:t>
            </a:r>
            <a:r>
              <a:rPr lang="en-IN" sz="2400" b="1" dirty="0" err="1"/>
              <a:t>condition_for_termination</a:t>
            </a:r>
            <a:r>
              <a:rPr lang="en-IN" sz="2400" b="1" dirty="0"/>
              <a:t>) {</a:t>
            </a:r>
          </a:p>
          <a:p>
            <a:r>
              <a:rPr lang="en-IN" sz="2400" b="1" dirty="0"/>
              <a:t>		logic</a:t>
            </a:r>
          </a:p>
          <a:p>
            <a:r>
              <a:rPr lang="en-IN" sz="2400" b="1" dirty="0"/>
              <a:t>		increment/decrement</a:t>
            </a:r>
          </a:p>
          <a:p>
            <a:r>
              <a:rPr lang="en-IN" sz="2400" b="1" dirty="0"/>
              <a:t>	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FEC8125-B432-4BF1-B248-BD401E91A48D}"/>
              </a:ext>
            </a:extLst>
          </p:cNvPr>
          <p:cNvSpPr txBox="1"/>
          <p:nvPr/>
        </p:nvSpPr>
        <p:spPr>
          <a:xfrm>
            <a:off x="2330550" y="3429000"/>
            <a:ext cx="58802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do-while syntax:</a:t>
            </a:r>
          </a:p>
          <a:p>
            <a:r>
              <a:rPr lang="en-IN" sz="2400" b="1" dirty="0"/>
              <a:t>	var </a:t>
            </a:r>
            <a:r>
              <a:rPr lang="en-IN" sz="2400" b="1" dirty="0" err="1"/>
              <a:t>declaration_initialization</a:t>
            </a:r>
            <a:r>
              <a:rPr lang="en-IN" sz="2400" b="1" dirty="0"/>
              <a:t>;</a:t>
            </a:r>
          </a:p>
          <a:p>
            <a:r>
              <a:rPr lang="en-IN" sz="2400" b="1" dirty="0"/>
              <a:t>	 do {</a:t>
            </a:r>
          </a:p>
          <a:p>
            <a:r>
              <a:rPr lang="en-IN" sz="2400" b="1" dirty="0"/>
              <a:t>		logic</a:t>
            </a:r>
          </a:p>
          <a:p>
            <a:r>
              <a:rPr lang="en-IN" sz="2400" b="1" dirty="0"/>
              <a:t>		increment/decrement</a:t>
            </a:r>
          </a:p>
          <a:p>
            <a:r>
              <a:rPr lang="en-IN" sz="2400" b="1" dirty="0"/>
              <a:t>	} while(</a:t>
            </a:r>
            <a:r>
              <a:rPr lang="en-IN" sz="2400" b="1" dirty="0" err="1"/>
              <a:t>condition_for_termination</a:t>
            </a:r>
            <a:r>
              <a:rPr lang="en-IN" sz="2400" b="1" dirty="0"/>
              <a:t>) 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E645F1DE-A316-084B-2211-E41FC6D3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39560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while, do-while loop sample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820111B-4F0A-41A4-AAC6-7C8B441F6A1B}"/>
              </a:ext>
            </a:extLst>
          </p:cNvPr>
          <p:cNvSpPr txBox="1"/>
          <p:nvPr/>
        </p:nvSpPr>
        <p:spPr>
          <a:xfrm>
            <a:off x="573616" y="992042"/>
            <a:ext cx="61757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definite while loop:</a:t>
            </a:r>
          </a:p>
          <a:p>
            <a:r>
              <a:rPr lang="en-IN" sz="2800" b="1" dirty="0"/>
              <a:t>	int </a:t>
            </a:r>
            <a:r>
              <a:rPr lang="en-IN" sz="2800" b="1" dirty="0" err="1"/>
              <a:t>i</a:t>
            </a:r>
            <a:r>
              <a:rPr lang="en-IN" sz="2800" b="1" dirty="0"/>
              <a:t>=0;</a:t>
            </a:r>
          </a:p>
          <a:p>
            <a:r>
              <a:rPr lang="en-IN" sz="2800" b="1" dirty="0"/>
              <a:t>	while(</a:t>
            </a:r>
            <a:r>
              <a:rPr lang="en-IN" sz="2800" b="1" dirty="0" err="1"/>
              <a:t>i</a:t>
            </a:r>
            <a:r>
              <a:rPr lang="en-IN" sz="2800" b="1" dirty="0"/>
              <a:t>&lt;10) {</a:t>
            </a:r>
          </a:p>
          <a:p>
            <a:r>
              <a:rPr lang="en-IN" sz="2800" b="1" dirty="0"/>
              <a:t>		</a:t>
            </a:r>
            <a:r>
              <a:rPr lang="en-IN" sz="2800" b="1" dirty="0" err="1"/>
              <a:t>System.out.println</a:t>
            </a:r>
            <a:r>
              <a:rPr lang="en-IN" sz="2800" b="1" dirty="0"/>
              <a:t>(</a:t>
            </a:r>
            <a:r>
              <a:rPr lang="en-IN" sz="2800" b="1" dirty="0" err="1"/>
              <a:t>i</a:t>
            </a:r>
            <a:r>
              <a:rPr lang="en-IN" sz="2800" b="1" dirty="0"/>
              <a:t>);</a:t>
            </a:r>
          </a:p>
          <a:p>
            <a:r>
              <a:rPr lang="en-IN" sz="2800" b="1" dirty="0"/>
              <a:t>		</a:t>
            </a:r>
            <a:r>
              <a:rPr lang="en-IN" sz="2800" b="1" dirty="0" err="1"/>
              <a:t>i</a:t>
            </a:r>
            <a:r>
              <a:rPr lang="en-IN" sz="2800" b="1" dirty="0"/>
              <a:t>++;</a:t>
            </a:r>
          </a:p>
          <a:p>
            <a:r>
              <a:rPr lang="en-IN" sz="2800" b="1" dirty="0"/>
              <a:t>	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27D245E-25B6-4A58-8FBC-2A76FD98E24C}"/>
              </a:ext>
            </a:extLst>
          </p:cNvPr>
          <p:cNvSpPr txBox="1"/>
          <p:nvPr/>
        </p:nvSpPr>
        <p:spPr>
          <a:xfrm>
            <a:off x="2929220" y="3444409"/>
            <a:ext cx="61688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definite do-while loop:</a:t>
            </a:r>
          </a:p>
          <a:p>
            <a:r>
              <a:rPr lang="en-IN" sz="2800" b="1" dirty="0"/>
              <a:t>	int </a:t>
            </a:r>
            <a:r>
              <a:rPr lang="en-IN" sz="2800" b="1" dirty="0" err="1"/>
              <a:t>i</a:t>
            </a:r>
            <a:r>
              <a:rPr lang="en-IN" sz="2800" b="1" dirty="0"/>
              <a:t>=0;</a:t>
            </a:r>
          </a:p>
          <a:p>
            <a:r>
              <a:rPr lang="en-IN" sz="2800" b="1" dirty="0"/>
              <a:t>	do {</a:t>
            </a:r>
          </a:p>
          <a:p>
            <a:r>
              <a:rPr lang="en-IN" sz="2800" b="1" dirty="0"/>
              <a:t>		</a:t>
            </a:r>
            <a:r>
              <a:rPr lang="en-IN" sz="2800" b="1" dirty="0" err="1"/>
              <a:t>System.out.println</a:t>
            </a:r>
            <a:r>
              <a:rPr lang="en-IN" sz="2800" b="1" dirty="0"/>
              <a:t>(</a:t>
            </a:r>
            <a:r>
              <a:rPr lang="en-IN" sz="2800" b="1" dirty="0" err="1"/>
              <a:t>i</a:t>
            </a:r>
            <a:r>
              <a:rPr lang="en-IN" sz="2800" b="1" dirty="0"/>
              <a:t>);</a:t>
            </a:r>
          </a:p>
          <a:p>
            <a:r>
              <a:rPr lang="en-IN" sz="2800" b="1" dirty="0"/>
              <a:t>		</a:t>
            </a:r>
            <a:r>
              <a:rPr lang="en-IN" sz="2800" b="1" dirty="0" err="1"/>
              <a:t>i</a:t>
            </a:r>
            <a:r>
              <a:rPr lang="en-IN" sz="2800" b="1" dirty="0"/>
              <a:t>++;</a:t>
            </a:r>
          </a:p>
          <a:p>
            <a:r>
              <a:rPr lang="en-IN" sz="2800" b="1" dirty="0"/>
              <a:t>	} while(</a:t>
            </a:r>
            <a:r>
              <a:rPr lang="en-IN" sz="2800" b="1" dirty="0" err="1"/>
              <a:t>i</a:t>
            </a:r>
            <a:r>
              <a:rPr lang="en-IN" sz="2800" b="1" dirty="0"/>
              <a:t>&lt;10);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493838AE-580F-4E40-DBCE-8B584BC4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03489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while, do-while loop example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2488EE7-59E2-491A-8627-9969D56B4A0D}"/>
              </a:ext>
            </a:extLst>
          </p:cNvPr>
          <p:cNvSpPr txBox="1"/>
          <p:nvPr/>
        </p:nvSpPr>
        <p:spPr>
          <a:xfrm>
            <a:off x="457201" y="857734"/>
            <a:ext cx="474846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// WhileDoWhileLoop.java</a:t>
            </a:r>
          </a:p>
          <a:p>
            <a:r>
              <a:rPr lang="en-IN" sz="2200" b="1" dirty="0"/>
              <a:t>public class </a:t>
            </a:r>
            <a:r>
              <a:rPr lang="en-IN" sz="2200" b="1" dirty="0" err="1"/>
              <a:t>WhileDoWhileLoop</a:t>
            </a:r>
            <a:r>
              <a:rPr lang="en-IN" sz="2200" b="1" dirty="0"/>
              <a:t> {</a:t>
            </a:r>
          </a:p>
          <a:p>
            <a:r>
              <a:rPr lang="en-IN" sz="2200" b="1" dirty="0"/>
              <a:t>  public static void main(String rags[]) {</a:t>
            </a:r>
          </a:p>
          <a:p>
            <a:r>
              <a:rPr lang="en-IN" sz="2200" b="1" dirty="0"/>
              <a:t>	</a:t>
            </a:r>
          </a:p>
          <a:p>
            <a:r>
              <a:rPr lang="en-IN" sz="2200" b="1" dirty="0" err="1" smtClean="0"/>
              <a:t>int</a:t>
            </a:r>
            <a:r>
              <a:rPr lang="en-IN" sz="2200" b="1" dirty="0" smtClean="0"/>
              <a:t> </a:t>
            </a:r>
            <a:r>
              <a:rPr lang="en-IN" sz="2200" b="1" dirty="0"/>
              <a:t>n=10; // int n=</a:t>
            </a:r>
            <a:r>
              <a:rPr lang="en-IN" sz="2200" b="1" dirty="0" err="1"/>
              <a:t>Integer.parseInt</a:t>
            </a:r>
            <a:r>
              <a:rPr lang="en-IN" sz="2200" b="1" dirty="0"/>
              <a:t>(rags[0];</a:t>
            </a:r>
          </a:p>
          <a:p>
            <a:r>
              <a:rPr lang="en-IN" sz="2200" b="1" dirty="0" err="1" smtClean="0"/>
              <a:t>int</a:t>
            </a:r>
            <a:r>
              <a:rPr lang="en-IN" sz="2200" b="1" dirty="0" smtClean="0"/>
              <a:t> </a:t>
            </a:r>
            <a:r>
              <a:rPr lang="en-IN" sz="2200" b="1" dirty="0"/>
              <a:t>sum=0;</a:t>
            </a:r>
          </a:p>
          <a:p>
            <a:r>
              <a:rPr lang="en-IN" sz="2200" b="1" dirty="0" smtClean="0"/>
              <a:t>while(n&gt;0</a:t>
            </a:r>
            <a:r>
              <a:rPr lang="en-IN" sz="2200" b="1" dirty="0"/>
              <a:t>) {</a:t>
            </a:r>
          </a:p>
          <a:p>
            <a:r>
              <a:rPr lang="en-IN" sz="2200" b="1" dirty="0" smtClean="0"/>
              <a:t>sum=</a:t>
            </a:r>
            <a:r>
              <a:rPr lang="en-IN" sz="2200" b="1" dirty="0" err="1" smtClean="0"/>
              <a:t>sum+n</a:t>
            </a:r>
            <a:r>
              <a:rPr lang="en-IN" sz="2200" b="1" dirty="0"/>
              <a:t>;</a:t>
            </a:r>
          </a:p>
          <a:p>
            <a:r>
              <a:rPr lang="en-IN" sz="2200" b="1" dirty="0" smtClean="0"/>
              <a:t>n-</a:t>
            </a:r>
            <a:r>
              <a:rPr lang="en-IN" sz="2200" b="1" dirty="0"/>
              <a:t>-;</a:t>
            </a:r>
          </a:p>
          <a:p>
            <a:r>
              <a:rPr lang="en-IN" sz="2200" b="1" dirty="0" smtClean="0"/>
              <a:t>// </a:t>
            </a:r>
            <a:r>
              <a:rPr lang="en-IN" sz="2200" b="1" dirty="0"/>
              <a:t>sum=</a:t>
            </a:r>
            <a:r>
              <a:rPr lang="en-IN" sz="2200" b="1" dirty="0" err="1"/>
              <a:t>sum+n</a:t>
            </a:r>
            <a:r>
              <a:rPr lang="en-IN" sz="2200" b="1" dirty="0"/>
              <a:t>--;</a:t>
            </a:r>
          </a:p>
          <a:p>
            <a:r>
              <a:rPr lang="en-IN" sz="2200" b="1" dirty="0" smtClean="0"/>
              <a:t>// </a:t>
            </a:r>
            <a:r>
              <a:rPr lang="en-IN" sz="2200" b="1" dirty="0"/>
              <a:t>sum+=n--;</a:t>
            </a:r>
          </a:p>
          <a:p>
            <a:r>
              <a:rPr lang="en-IN" sz="2200" b="1" dirty="0" smtClean="0"/>
              <a:t>}</a:t>
            </a:r>
            <a:endParaRPr lang="en-IN" sz="2200" b="1" dirty="0"/>
          </a:p>
          <a:p>
            <a:r>
              <a:rPr lang="en-IN" sz="2200" b="1" dirty="0"/>
              <a:t>		</a:t>
            </a:r>
          </a:p>
          <a:p>
            <a:r>
              <a:rPr lang="en-IN" sz="2200" b="1" dirty="0" err="1" smtClean="0"/>
              <a:t>System.out.println</a:t>
            </a:r>
            <a:r>
              <a:rPr lang="en-IN" sz="2200" b="1" dirty="0"/>
              <a:t>("The sum of value from 1 to 10 are "+sum</a:t>
            </a:r>
            <a:r>
              <a:rPr lang="en-IN" sz="2200" b="1" dirty="0" smtClean="0"/>
              <a:t>);</a:t>
            </a:r>
            <a:endParaRPr lang="en-IN"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51C057B-43F2-4078-875C-6CBD92F533CE}"/>
              </a:ext>
            </a:extLst>
          </p:cNvPr>
          <p:cNvSpPr txBox="1"/>
          <p:nvPr/>
        </p:nvSpPr>
        <p:spPr>
          <a:xfrm>
            <a:off x="5214794" y="5151216"/>
            <a:ext cx="4164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javac</a:t>
            </a:r>
            <a:r>
              <a:rPr lang="en-US" sz="2400" b="1" dirty="0"/>
              <a:t> WhileDoWhileLoop.java</a:t>
            </a:r>
          </a:p>
          <a:p>
            <a:r>
              <a:rPr lang="en-US" sz="2400" b="1" dirty="0"/>
              <a:t>java </a:t>
            </a:r>
            <a:r>
              <a:rPr lang="en-US" sz="2400" b="1" dirty="0" err="1"/>
              <a:t>WhileDoWhileLoop</a:t>
            </a:r>
            <a:r>
              <a:rPr lang="en-US" sz="2400" b="1" dirty="0"/>
              <a:t> 10</a:t>
            </a:r>
            <a:endParaRPr lang="en-IN" sz="24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CFB0C308-7760-ED73-33AA-D0902C4C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205662" y="962525"/>
            <a:ext cx="681488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  </a:t>
            </a:r>
            <a:r>
              <a:rPr lang="en-IN" sz="2400" b="1" dirty="0" err="1" smtClean="0"/>
              <a:t>int</a:t>
            </a:r>
            <a:r>
              <a:rPr lang="en-IN" sz="2400" b="1" dirty="0" smtClean="0"/>
              <a:t> </a:t>
            </a:r>
            <a:r>
              <a:rPr lang="en-IN" sz="2400" b="1" dirty="0"/>
              <a:t>n1=10;</a:t>
            </a:r>
          </a:p>
          <a:p>
            <a:r>
              <a:rPr lang="en-IN" sz="2400" b="1" dirty="0" smtClean="0"/>
              <a:t>  </a:t>
            </a:r>
            <a:r>
              <a:rPr lang="en-IN" sz="2400" b="1" dirty="0" err="1" smtClean="0"/>
              <a:t>int</a:t>
            </a:r>
            <a:r>
              <a:rPr lang="en-IN" sz="2400" b="1" dirty="0" smtClean="0"/>
              <a:t> </a:t>
            </a:r>
            <a:r>
              <a:rPr lang="en-IN" sz="2400" b="1" dirty="0"/>
              <a:t>sum1=0;</a:t>
            </a:r>
          </a:p>
          <a:p>
            <a:r>
              <a:rPr lang="en-IN" sz="2400" b="1" dirty="0" smtClean="0"/>
              <a:t>  do </a:t>
            </a:r>
            <a:r>
              <a:rPr lang="en-IN" sz="2400" b="1" dirty="0"/>
              <a:t>{</a:t>
            </a:r>
          </a:p>
          <a:p>
            <a:r>
              <a:rPr lang="en-IN" sz="2400" b="1" dirty="0" smtClean="0"/>
              <a:t>     </a:t>
            </a:r>
            <a:r>
              <a:rPr lang="en-IN" sz="2400" b="1" dirty="0"/>
              <a:t>// sum1=sum1+n1--;</a:t>
            </a:r>
          </a:p>
          <a:p>
            <a:r>
              <a:rPr lang="en-IN" sz="2400" b="1" dirty="0" smtClean="0"/>
              <a:t>     </a:t>
            </a:r>
            <a:r>
              <a:rPr lang="en-IN" sz="2400" b="1" dirty="0"/>
              <a:t>sum1+=n1--;</a:t>
            </a:r>
          </a:p>
          <a:p>
            <a:r>
              <a:rPr lang="en-IN" sz="2400" b="1" dirty="0" smtClean="0"/>
              <a:t>  } </a:t>
            </a:r>
            <a:r>
              <a:rPr lang="en-IN" sz="2400" b="1" dirty="0"/>
              <a:t>while(n1&gt;0);</a:t>
            </a:r>
          </a:p>
          <a:p>
            <a:r>
              <a:rPr lang="en-IN" sz="2400" b="1" dirty="0"/>
              <a:t>		</a:t>
            </a:r>
          </a:p>
          <a:p>
            <a:r>
              <a:rPr lang="en-IN" sz="2400" b="1" dirty="0" smtClean="0"/>
              <a:t>  </a:t>
            </a:r>
            <a:r>
              <a:rPr lang="en-IN" sz="2400" b="1" dirty="0" err="1" smtClean="0"/>
              <a:t>System.out.println</a:t>
            </a:r>
            <a:r>
              <a:rPr lang="en-IN" sz="2400" b="1" dirty="0"/>
              <a:t>("The sum of value from 1 to 10 are "+sum1);</a:t>
            </a:r>
          </a:p>
          <a:p>
            <a:r>
              <a:rPr lang="en-IN" sz="2400" b="1" dirty="0"/>
              <a:t>  }</a:t>
            </a:r>
          </a:p>
          <a:p>
            <a:r>
              <a:rPr lang="en-IN" sz="2400" b="1" dirty="0"/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27074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break and continue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1B13EAC-B725-4E88-917C-B6E52665B5C6}"/>
              </a:ext>
            </a:extLst>
          </p:cNvPr>
          <p:cNvSpPr txBox="1"/>
          <p:nvPr/>
        </p:nvSpPr>
        <p:spPr>
          <a:xfrm>
            <a:off x="659295" y="1328027"/>
            <a:ext cx="96243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/>
              <a:t>break and continue: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600" dirty="0"/>
              <a:t>break - breaks the iteration of loop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600" dirty="0"/>
              <a:t>continue - skips the current iteration of the loop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D0B09973-E22C-6216-EB88-A97B4937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683273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084F061-165F-4D26-957A-46A3784E1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44537FEC-1229-42DE-A189-FF88D373368B}"/>
                </a:ext>
              </a:extLst>
            </p:cNvPr>
            <p:cNvSpPr/>
            <p:nvPr/>
          </p:nvSpPr>
          <p:spPr>
            <a:xfrm>
              <a:off x="9408695" y="3928311"/>
              <a:ext cx="2667522" cy="2767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3" name="Frame 12">
              <a:extLst>
                <a:ext uri="{FF2B5EF4-FFF2-40B4-BE49-F238E27FC236}">
                  <a16:creationId xmlns="" xmlns:a16="http://schemas.microsoft.com/office/drawing/2014/main" id="{DC86F9FE-37E8-4FF6-A7BC-43BCCF9D20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frame">
              <a:avLst>
                <a:gd name="adj1" fmla="val 2392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="" xmlns:a16="http://schemas.microsoft.com/office/drawing/2014/main" id="{B609A78E-1910-454E-860F-E7CA75EEE587}"/>
                </a:ext>
              </a:extLst>
            </p:cNvPr>
            <p:cNvSpPr/>
            <p:nvPr/>
          </p:nvSpPr>
          <p:spPr>
            <a:xfrm>
              <a:off x="2428875" y="0"/>
              <a:ext cx="7162800" cy="762000"/>
            </a:xfrm>
            <a:prstGeom prst="frame">
              <a:avLst>
                <a:gd name="adj1" fmla="val 20853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anose="02020603050405020304" pitchFamily="18" charset="0"/>
                </a:rPr>
                <a:t>break and continue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3B934CBA-96C4-40FF-925C-482D211B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560" y="162426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63CCBB4-DE3C-44EB-96FD-07AE513987F6}"/>
              </a:ext>
            </a:extLst>
          </p:cNvPr>
          <p:cNvSpPr txBox="1"/>
          <p:nvPr/>
        </p:nvSpPr>
        <p:spPr>
          <a:xfrm>
            <a:off x="445759" y="863051"/>
            <a:ext cx="665590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// BreakAndContinue.java</a:t>
            </a:r>
          </a:p>
          <a:p>
            <a:r>
              <a:rPr lang="en-IN" sz="2400" b="1" dirty="0"/>
              <a:t>public class BreakAndContinue {</a:t>
            </a:r>
          </a:p>
          <a:p>
            <a:r>
              <a:rPr lang="en-IN" sz="2400" b="1" dirty="0"/>
              <a:t>  public static void main(String rags[]) {</a:t>
            </a:r>
          </a:p>
          <a:p>
            <a:r>
              <a:rPr lang="en-IN" sz="2400" b="1" dirty="0"/>
              <a:t>	int n=5;</a:t>
            </a:r>
          </a:p>
          <a:p>
            <a:r>
              <a:rPr lang="en-IN" sz="2400" b="1" dirty="0"/>
              <a:t>	for(int </a:t>
            </a:r>
            <a:r>
              <a:rPr lang="en-IN" sz="2400" b="1" dirty="0" err="1"/>
              <a:t>i</a:t>
            </a:r>
            <a:r>
              <a:rPr lang="en-IN" sz="2400" b="1" dirty="0"/>
              <a:t>=1;i&lt;=n;i++) {</a:t>
            </a:r>
          </a:p>
          <a:p>
            <a:r>
              <a:rPr lang="en-IN" sz="2400" b="1" dirty="0"/>
              <a:t>	  if(n*</a:t>
            </a:r>
            <a:r>
              <a:rPr lang="en-IN" sz="2400" b="1" dirty="0" err="1"/>
              <a:t>i</a:t>
            </a:r>
            <a:r>
              <a:rPr lang="en-IN" sz="2400" b="1" dirty="0"/>
              <a:t>&gt;10) {</a:t>
            </a:r>
          </a:p>
          <a:p>
            <a:r>
              <a:rPr lang="en-IN" sz="2400" b="1" dirty="0"/>
              <a:t>	   System.out.println("Exiting loop"+(n*</a:t>
            </a:r>
            <a:r>
              <a:rPr lang="en-IN" sz="2400" b="1" dirty="0" err="1"/>
              <a:t>i</a:t>
            </a:r>
            <a:r>
              <a:rPr lang="en-IN" sz="2400" b="1" dirty="0"/>
              <a:t>));</a:t>
            </a:r>
          </a:p>
          <a:p>
            <a:r>
              <a:rPr lang="en-IN" sz="2400" b="1" dirty="0"/>
              <a:t>	   break;</a:t>
            </a:r>
          </a:p>
          <a:p>
            <a:r>
              <a:rPr lang="en-IN" sz="2400" b="1" dirty="0"/>
              <a:t>	  }// if()</a:t>
            </a:r>
          </a:p>
          <a:p>
            <a:r>
              <a:rPr lang="en-IN" sz="2400" b="1" dirty="0"/>
              <a:t>	  System.out.println(</a:t>
            </a:r>
            <a:r>
              <a:rPr lang="en-IN" sz="2400" b="1" dirty="0" err="1"/>
              <a:t>i</a:t>
            </a:r>
            <a:r>
              <a:rPr lang="en-IN" sz="2400" b="1" dirty="0"/>
              <a:t>+" X "+n+" = "+(n*</a:t>
            </a:r>
            <a:r>
              <a:rPr lang="en-IN" sz="2400" b="1" dirty="0" err="1"/>
              <a:t>i</a:t>
            </a:r>
            <a:r>
              <a:rPr lang="en-IN" sz="2400" b="1" dirty="0"/>
              <a:t>));</a:t>
            </a:r>
          </a:p>
          <a:p>
            <a:r>
              <a:rPr lang="en-IN" sz="2400" b="1" dirty="0"/>
              <a:t>	}// for</a:t>
            </a:r>
            <a:r>
              <a:rPr lang="en-IN" sz="2400" b="1" dirty="0" smtClean="0"/>
              <a:t>()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CC3EA98-CFA4-45CB-BABA-D3131AD253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739" r="70000" b="47825"/>
          <a:stretch/>
        </p:blipFill>
        <p:spPr>
          <a:xfrm>
            <a:off x="10111234" y="1357563"/>
            <a:ext cx="1828800" cy="121453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C4CDC8EB-EF79-E82C-2FB9-1A48D8F67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753724" y="863051"/>
            <a:ext cx="458804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err="1"/>
              <a:t>int</a:t>
            </a:r>
            <a:r>
              <a:rPr lang="en-IN" sz="2800" b="1" dirty="0"/>
              <a:t> </a:t>
            </a:r>
            <a:r>
              <a:rPr lang="en-IN" sz="2800" b="1" dirty="0" err="1"/>
              <a:t>i</a:t>
            </a:r>
            <a:r>
              <a:rPr lang="en-IN" sz="2800" b="1" dirty="0"/>
              <a:t>=0;</a:t>
            </a:r>
          </a:p>
          <a:p>
            <a:r>
              <a:rPr lang="en-IN" sz="2800" b="1" dirty="0"/>
              <a:t>	while(++</a:t>
            </a:r>
            <a:r>
              <a:rPr lang="en-IN" sz="2800" b="1" dirty="0" err="1"/>
              <a:t>i</a:t>
            </a:r>
            <a:r>
              <a:rPr lang="en-IN" sz="2800" b="1" dirty="0"/>
              <a:t>&lt;10) {</a:t>
            </a:r>
          </a:p>
          <a:p>
            <a:r>
              <a:rPr lang="en-IN" sz="2800" b="1" dirty="0"/>
              <a:t>	  if(i%2==0) {</a:t>
            </a:r>
          </a:p>
          <a:p>
            <a:r>
              <a:rPr lang="en-IN" sz="2800" b="1" dirty="0"/>
              <a:t>	  } else {</a:t>
            </a:r>
          </a:p>
          <a:p>
            <a:r>
              <a:rPr lang="en-IN" sz="2800" b="1" dirty="0"/>
              <a:t>	    continue;</a:t>
            </a:r>
          </a:p>
          <a:p>
            <a:r>
              <a:rPr lang="en-IN" sz="2800" b="1" dirty="0"/>
              <a:t>	  }</a:t>
            </a:r>
          </a:p>
          <a:p>
            <a:r>
              <a:rPr lang="en-IN" sz="2800" b="1" dirty="0"/>
              <a:t>	  </a:t>
            </a:r>
            <a:r>
              <a:rPr lang="en-IN" sz="2800" b="1" dirty="0" err="1"/>
              <a:t>System.out.println</a:t>
            </a:r>
            <a:r>
              <a:rPr lang="en-IN" sz="2800" b="1" dirty="0"/>
              <a:t>(</a:t>
            </a:r>
            <a:r>
              <a:rPr lang="en-IN" sz="2800" b="1" dirty="0" err="1"/>
              <a:t>i</a:t>
            </a:r>
            <a:r>
              <a:rPr lang="en-IN" sz="2800" b="1" dirty="0"/>
              <a:t>);</a:t>
            </a:r>
          </a:p>
          <a:p>
            <a:r>
              <a:rPr lang="en-IN" sz="2800" b="1" dirty="0"/>
              <a:t>	}</a:t>
            </a:r>
          </a:p>
          <a:p>
            <a:r>
              <a:rPr lang="en-IN" sz="2800" b="1" dirty="0"/>
              <a:t>  }</a:t>
            </a:r>
          </a:p>
          <a:p>
            <a:r>
              <a:rPr lang="en-IN" sz="2800" b="1" dirty="0"/>
              <a:t>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3531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404</Words>
  <Application>Microsoft Office PowerPoint</Application>
  <PresentationFormat>Custom</PresentationFormat>
  <Paragraphs>167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dell1</cp:lastModifiedBy>
  <cp:revision>41</cp:revision>
  <dcterms:created xsi:type="dcterms:W3CDTF">2021-09-13T09:22:41Z</dcterms:created>
  <dcterms:modified xsi:type="dcterms:W3CDTF">2024-09-14T08:05:18Z</dcterms:modified>
</cp:coreProperties>
</file>