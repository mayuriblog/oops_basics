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12" r:id="rId2"/>
    <p:sldId id="329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66"/>
    <a:srgbClr val="990033"/>
    <a:srgbClr val="0000FF"/>
    <a:srgbClr val="3399FF"/>
    <a:srgbClr val="FF9933"/>
    <a:srgbClr val="FF5050"/>
    <a:srgbClr val="F105D3"/>
    <a:srgbClr val="902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95" d="100"/>
          <a:sy n="95" d="100"/>
        </p:scale>
        <p:origin x="-206" y="-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A9B6E-A321-48D5-9E59-2B602DCBB13C}" type="datetimeFigureOut">
              <a:rPr lang="en-IN" smtClean="0"/>
              <a:t>13-09-2024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AA8A6-A1DA-49A5-BFC1-B49C228F2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493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1554F-1F20-4D54-BCE6-502844860475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4B7-C923-4E56-96E1-095CBBF0B2D7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EA7B6-B318-4011-ABF5-22B1F3DFF19F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F3E48-E947-4331-A892-08AC51ECF7E8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5F81-EC37-4989-921A-94B08733D9D9}" type="datetime1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059D-A8FC-4E5F-BFAF-40C15360F8D2}" type="datetime1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08237-DEC5-4AE9-B53D-4ECF253D29EB}" type="datetime1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B3C9-6963-48D6-BB84-B7E583476A03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7214-DEE5-43E4-8C14-7B0227DA1837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BB70-3895-4DCC-A1E9-FEF57489A782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8AA4E-9020-4C36-B691-07991107DB12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E57EB-553C-410B-868B-45111716CC4A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4553953" y="0"/>
              <a:ext cx="2442410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US" sz="20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272B5FAE-B1BE-49FC-B04C-7D18D9979A79}"/>
              </a:ext>
            </a:extLst>
          </p:cNvPr>
          <p:cNvSpPr txBox="1"/>
          <p:nvPr/>
        </p:nvSpPr>
        <p:spPr>
          <a:xfrm>
            <a:off x="3064563" y="1067662"/>
            <a:ext cx="496625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Arrays</a:t>
            </a:r>
          </a:p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One-dimensional</a:t>
            </a:r>
          </a:p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Two-dimensional</a:t>
            </a:r>
          </a:p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Three-dimensional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91A230FA-3E95-3047-FC3B-264409638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Suryanarayana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58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4553953" y="0"/>
              <a:ext cx="2442410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Arrays</a:t>
              </a:r>
              <a:endParaRPr lang="en-US" sz="20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68348499-B941-4AD2-8393-403E990A7E98}"/>
              </a:ext>
            </a:extLst>
          </p:cNvPr>
          <p:cNvSpPr txBox="1"/>
          <p:nvPr/>
        </p:nvSpPr>
        <p:spPr>
          <a:xfrm>
            <a:off x="791076" y="765312"/>
            <a:ext cx="7603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is a collection of variables of the same type (homogeneous)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EB35F442-7B53-4809-BF1C-583071F47499}"/>
              </a:ext>
            </a:extLst>
          </p:cNvPr>
          <p:cNvSpPr txBox="1"/>
          <p:nvPr/>
        </p:nvSpPr>
        <p:spPr>
          <a:xfrm>
            <a:off x="799445" y="1669354"/>
            <a:ext cx="70458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Individual variable declarations</a:t>
            </a:r>
          </a:p>
          <a:p>
            <a:r>
              <a:rPr lang="en-IN" dirty="0"/>
              <a:t>int i1, i2, i3, i4, i5, i6, i7, i8, i9, i10;</a:t>
            </a:r>
          </a:p>
          <a:p>
            <a:endParaRPr lang="en-IN" b="1" dirty="0"/>
          </a:p>
          <a:p>
            <a:r>
              <a:rPr lang="en-IN" b="1" dirty="0"/>
              <a:t>and initializations:</a:t>
            </a:r>
          </a:p>
          <a:p>
            <a:r>
              <a:rPr lang="en-IN" dirty="0"/>
              <a:t>i1=10;</a:t>
            </a:r>
          </a:p>
          <a:p>
            <a:r>
              <a:rPr lang="en-IN" dirty="0"/>
              <a:t>i2=20;</a:t>
            </a:r>
          </a:p>
          <a:p>
            <a:r>
              <a:rPr lang="en-IN" dirty="0"/>
              <a:t>i3=30;</a:t>
            </a:r>
          </a:p>
          <a:p>
            <a:r>
              <a:rPr lang="en-IN" dirty="0"/>
              <a:t>…</a:t>
            </a:r>
          </a:p>
          <a:p>
            <a:r>
              <a:rPr lang="en-IN" dirty="0"/>
              <a:t>…</a:t>
            </a:r>
          </a:p>
          <a:p>
            <a:r>
              <a:rPr lang="en-IN" dirty="0"/>
              <a:t>I10=100;</a:t>
            </a:r>
          </a:p>
          <a:p>
            <a:endParaRPr lang="en-IN" dirty="0"/>
          </a:p>
          <a:p>
            <a:r>
              <a:rPr lang="en-IN" b="1" dirty="0"/>
              <a:t>another way of declaring and initialization variables:</a:t>
            </a:r>
          </a:p>
          <a:p>
            <a:r>
              <a:rPr lang="en-IN" dirty="0"/>
              <a:t>int i1=10, i2=20, i3=30, i4=40, i5=50, i6=60, i7=70, i8=80, i9=90, i10=100;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87638C8-CCE5-4740-A3ED-6D0FD90966B2}"/>
              </a:ext>
            </a:extLst>
          </p:cNvPr>
          <p:cNvSpPr txBox="1"/>
          <p:nvPr/>
        </p:nvSpPr>
        <p:spPr>
          <a:xfrm>
            <a:off x="802235" y="1220575"/>
            <a:ext cx="6129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Suppose if we want to declare 10 int variables</a:t>
            </a:r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D75994B-D306-5774-ABE4-06BC84747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911024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Array declaration and initialization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68348499-B941-4AD2-8393-403E990A7E98}"/>
              </a:ext>
            </a:extLst>
          </p:cNvPr>
          <p:cNvSpPr txBox="1"/>
          <p:nvPr/>
        </p:nvSpPr>
        <p:spPr>
          <a:xfrm>
            <a:off x="791076" y="765312"/>
            <a:ext cx="6596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we can declare single array variable with size 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FAB2EB3-ED05-4CD9-8158-FE41C9222A24}"/>
              </a:ext>
            </a:extLst>
          </p:cNvPr>
          <p:cNvSpPr txBox="1"/>
          <p:nvPr/>
        </p:nvSpPr>
        <p:spPr>
          <a:xfrm>
            <a:off x="785188" y="1142212"/>
            <a:ext cx="7775716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u="sng" dirty="0"/>
              <a:t>Array variable declaration: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500" b="1" u="sng" dirty="0"/>
              <a:t>static array declaration &amp; initialization:</a:t>
            </a:r>
          </a:p>
          <a:p>
            <a:pPr lvl="1"/>
            <a:r>
              <a:rPr lang="en-IN" sz="1500" b="1" dirty="0"/>
              <a:t>int </a:t>
            </a:r>
            <a:r>
              <a:rPr lang="en-IN" sz="1500" b="1" dirty="0" err="1"/>
              <a:t>i</a:t>
            </a:r>
            <a:r>
              <a:rPr lang="en-IN" sz="1500" b="1" dirty="0"/>
              <a:t>[]=new int[10];</a:t>
            </a:r>
          </a:p>
          <a:p>
            <a:pPr lvl="1"/>
            <a:r>
              <a:rPr lang="en-IN" sz="1500" b="1" dirty="0"/>
              <a:t>	(or)</a:t>
            </a:r>
          </a:p>
          <a:p>
            <a:pPr lvl="1"/>
            <a:r>
              <a:rPr lang="en-IN" sz="1500" b="1" dirty="0"/>
              <a:t>int[] </a:t>
            </a:r>
            <a:r>
              <a:rPr lang="en-IN" sz="1500" b="1" dirty="0" err="1"/>
              <a:t>i</a:t>
            </a:r>
            <a:r>
              <a:rPr lang="en-IN" sz="1500" b="1" dirty="0"/>
              <a:t>=new int[10]; // array variable declaration</a:t>
            </a:r>
          </a:p>
          <a:p>
            <a:pPr lvl="1"/>
            <a:endParaRPr lang="en-IN" sz="1500" b="1" dirty="0"/>
          </a:p>
          <a:p>
            <a:pPr lvl="1"/>
            <a:r>
              <a:rPr lang="en-IN" sz="1500" b="1" dirty="0" err="1"/>
              <a:t>i</a:t>
            </a:r>
            <a:r>
              <a:rPr lang="en-IN" sz="1500" b="1" dirty="0"/>
              <a:t>[0]=10;</a:t>
            </a:r>
          </a:p>
          <a:p>
            <a:pPr lvl="1"/>
            <a:r>
              <a:rPr lang="en-IN" sz="1500" b="1" dirty="0" err="1"/>
              <a:t>i</a:t>
            </a:r>
            <a:r>
              <a:rPr lang="en-IN" sz="1500" b="1" dirty="0"/>
              <a:t>[1]=20;</a:t>
            </a:r>
          </a:p>
          <a:p>
            <a:pPr lvl="1"/>
            <a:r>
              <a:rPr lang="en-IN" sz="1500" b="1" dirty="0" err="1"/>
              <a:t>i</a:t>
            </a:r>
            <a:r>
              <a:rPr lang="en-IN" sz="1500" b="1" dirty="0"/>
              <a:t>[2]=30;</a:t>
            </a:r>
          </a:p>
          <a:p>
            <a:pPr lvl="1"/>
            <a:r>
              <a:rPr lang="en-IN" sz="1500" b="1" dirty="0" err="1"/>
              <a:t>i</a:t>
            </a:r>
            <a:r>
              <a:rPr lang="en-IN" sz="1500" b="1" dirty="0"/>
              <a:t>[3]=40;</a:t>
            </a:r>
          </a:p>
          <a:p>
            <a:pPr lvl="1"/>
            <a:r>
              <a:rPr lang="en-IN" sz="1500" b="1" dirty="0" err="1"/>
              <a:t>i</a:t>
            </a:r>
            <a:r>
              <a:rPr lang="en-IN" sz="1500" b="1" dirty="0"/>
              <a:t>[4]=50;</a:t>
            </a:r>
          </a:p>
          <a:p>
            <a:pPr lvl="1"/>
            <a:r>
              <a:rPr lang="en-IN" sz="1500" b="1" dirty="0" err="1"/>
              <a:t>i</a:t>
            </a:r>
            <a:r>
              <a:rPr lang="en-IN" sz="1500" b="1" dirty="0"/>
              <a:t>[5]=60;</a:t>
            </a:r>
          </a:p>
          <a:p>
            <a:pPr lvl="1"/>
            <a:r>
              <a:rPr lang="en-IN" sz="1500" b="1" dirty="0" err="1"/>
              <a:t>i</a:t>
            </a:r>
            <a:r>
              <a:rPr lang="en-IN" sz="1500" b="1" dirty="0"/>
              <a:t>[6]=70;</a:t>
            </a:r>
          </a:p>
          <a:p>
            <a:pPr lvl="1"/>
            <a:r>
              <a:rPr lang="en-IN" sz="1500" b="1" dirty="0" err="1"/>
              <a:t>i</a:t>
            </a:r>
            <a:r>
              <a:rPr lang="en-IN" sz="1500" b="1" dirty="0"/>
              <a:t>[7]=80;</a:t>
            </a:r>
          </a:p>
          <a:p>
            <a:pPr lvl="1"/>
            <a:r>
              <a:rPr lang="en-IN" sz="1500" b="1" dirty="0" err="1"/>
              <a:t>i</a:t>
            </a:r>
            <a:r>
              <a:rPr lang="en-IN" sz="1500" b="1" dirty="0"/>
              <a:t>[8]=90;</a:t>
            </a:r>
          </a:p>
          <a:p>
            <a:pPr lvl="1"/>
            <a:r>
              <a:rPr lang="en-IN" sz="1500" b="1" dirty="0" err="1"/>
              <a:t>i</a:t>
            </a:r>
            <a:r>
              <a:rPr lang="en-IN" sz="1500" b="1" dirty="0"/>
              <a:t>[9]=100; // array variables initialization</a:t>
            </a:r>
          </a:p>
          <a:p>
            <a:endParaRPr lang="en-IN" sz="15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500" b="1" u="sng" dirty="0"/>
              <a:t>dynamic array declaration &amp; initialization:</a:t>
            </a:r>
          </a:p>
          <a:p>
            <a:pPr lvl="1"/>
            <a:r>
              <a:rPr lang="en-IN" sz="1500" b="1" dirty="0"/>
              <a:t>int </a:t>
            </a:r>
            <a:r>
              <a:rPr lang="en-IN" sz="1500" b="1" dirty="0" err="1"/>
              <a:t>i</a:t>
            </a:r>
            <a:r>
              <a:rPr lang="en-IN" sz="1500" b="1" dirty="0"/>
              <a:t>[] = {10, 20, 30, 40, 50, 60, 70, 80, 90, 100};</a:t>
            </a:r>
          </a:p>
          <a:p>
            <a:pPr lvl="1"/>
            <a:r>
              <a:rPr lang="en-IN" sz="1500" b="1" dirty="0"/>
              <a:t>				(or)</a:t>
            </a:r>
          </a:p>
          <a:p>
            <a:pPr lvl="1"/>
            <a:r>
              <a:rPr lang="en-IN" sz="1500" b="1" dirty="0"/>
              <a:t>int[] </a:t>
            </a:r>
            <a:r>
              <a:rPr lang="en-IN" sz="1500" b="1" dirty="0" err="1"/>
              <a:t>i</a:t>
            </a:r>
            <a:r>
              <a:rPr lang="en-IN" sz="1500" b="1" dirty="0"/>
              <a:t> = {10, 20, 30, 40, 50, 60, 70, 80, 90, 100};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D3D7DF18-0F6D-36E5-C398-07C81919E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68784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Accessing Array Elements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7ADDE72-7CC6-4CE3-AD5B-B201169A3D4B}"/>
              </a:ext>
            </a:extLst>
          </p:cNvPr>
          <p:cNvSpPr txBox="1"/>
          <p:nvPr/>
        </p:nvSpPr>
        <p:spPr>
          <a:xfrm>
            <a:off x="1010477" y="598299"/>
            <a:ext cx="612913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u="sng" dirty="0"/>
              <a:t>How to access array elements</a:t>
            </a:r>
          </a:p>
          <a:p>
            <a:pPr lvl="1"/>
            <a:r>
              <a:rPr lang="en-IN" sz="2000" b="1" dirty="0"/>
              <a:t>System.out.println(</a:t>
            </a:r>
            <a:r>
              <a:rPr lang="en-IN" sz="2000" b="1" dirty="0" err="1"/>
              <a:t>i</a:t>
            </a:r>
            <a:r>
              <a:rPr lang="en-IN" sz="2000" b="1" dirty="0"/>
              <a:t>[0]+" "+</a:t>
            </a:r>
            <a:r>
              <a:rPr lang="en-IN" sz="2000" b="1" dirty="0" err="1"/>
              <a:t>i</a:t>
            </a:r>
            <a:r>
              <a:rPr lang="en-IN" sz="2000" b="1" dirty="0"/>
              <a:t>[1]+" "+</a:t>
            </a:r>
            <a:r>
              <a:rPr lang="en-IN" sz="2000" b="1" dirty="0" err="1"/>
              <a:t>i</a:t>
            </a:r>
            <a:r>
              <a:rPr lang="en-IN" sz="2000" b="1" dirty="0"/>
              <a:t>[2]);</a:t>
            </a:r>
          </a:p>
          <a:p>
            <a:pPr lvl="1"/>
            <a:r>
              <a:rPr lang="en-IN" sz="2000" b="1" dirty="0"/>
              <a:t>	(or)</a:t>
            </a:r>
          </a:p>
          <a:p>
            <a:pPr lvl="1"/>
            <a:r>
              <a:rPr lang="en-IN" sz="2000" b="1" dirty="0"/>
              <a:t>System.out.println(</a:t>
            </a:r>
            <a:r>
              <a:rPr lang="en-IN" sz="2000" b="1" dirty="0" err="1"/>
              <a:t>i</a:t>
            </a:r>
            <a:r>
              <a:rPr lang="en-IN" sz="2000" b="1" dirty="0"/>
              <a:t>[0]);</a:t>
            </a:r>
          </a:p>
          <a:p>
            <a:pPr lvl="1"/>
            <a:r>
              <a:rPr lang="en-IN" sz="2000" b="1" dirty="0"/>
              <a:t>System.out.println(</a:t>
            </a:r>
            <a:r>
              <a:rPr lang="en-IN" sz="2000" b="1" dirty="0" err="1"/>
              <a:t>i</a:t>
            </a:r>
            <a:r>
              <a:rPr lang="en-IN" sz="2000" b="1" dirty="0"/>
              <a:t>[1]);</a:t>
            </a:r>
          </a:p>
          <a:p>
            <a:pPr lvl="1"/>
            <a:r>
              <a:rPr lang="en-IN" sz="2000" b="1" dirty="0"/>
              <a:t>System.out.println(</a:t>
            </a:r>
            <a:r>
              <a:rPr lang="en-IN" sz="2000" b="1" dirty="0" err="1"/>
              <a:t>i</a:t>
            </a:r>
            <a:r>
              <a:rPr lang="en-IN" sz="2000" b="1" dirty="0"/>
              <a:t>[2]);</a:t>
            </a:r>
          </a:p>
          <a:p>
            <a:endParaRPr lang="en-IN" sz="2000" b="1" u="sng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u="sng" dirty="0"/>
              <a:t>How to print above array using length property:</a:t>
            </a:r>
          </a:p>
          <a:p>
            <a:pPr lvl="1"/>
            <a:r>
              <a:rPr lang="en-IN" sz="2000" b="1" dirty="0"/>
              <a:t>int </a:t>
            </a:r>
            <a:r>
              <a:rPr lang="en-IN" sz="2000" b="1" dirty="0" err="1"/>
              <a:t>len</a:t>
            </a:r>
            <a:r>
              <a:rPr lang="en-IN" sz="2000" b="1" dirty="0"/>
              <a:t>=</a:t>
            </a:r>
            <a:r>
              <a:rPr lang="en-IN" sz="2000" b="1" dirty="0" err="1"/>
              <a:t>i.length</a:t>
            </a:r>
            <a:r>
              <a:rPr lang="en-IN" sz="2000" b="1" dirty="0"/>
              <a:t>; // array is having a property called length</a:t>
            </a:r>
          </a:p>
          <a:p>
            <a:pPr lvl="1"/>
            <a:r>
              <a:rPr lang="en-IN" sz="2000" b="1" dirty="0"/>
              <a:t>for(int j=0;j&lt;</a:t>
            </a:r>
            <a:r>
              <a:rPr lang="en-IN" sz="2000" b="1" dirty="0" err="1"/>
              <a:t>len;j</a:t>
            </a:r>
            <a:r>
              <a:rPr lang="en-IN" sz="2000" b="1" dirty="0"/>
              <a:t>++) {</a:t>
            </a:r>
          </a:p>
          <a:p>
            <a:pPr lvl="1"/>
            <a:r>
              <a:rPr lang="en-IN" sz="2000" b="1" dirty="0"/>
              <a:t>	System.out.println(</a:t>
            </a:r>
            <a:r>
              <a:rPr lang="en-IN" sz="2000" b="1" dirty="0" err="1"/>
              <a:t>i</a:t>
            </a:r>
            <a:r>
              <a:rPr lang="en-IN" sz="2000" b="1" dirty="0"/>
              <a:t>[j]);</a:t>
            </a:r>
          </a:p>
          <a:p>
            <a:pPr lvl="1"/>
            <a:r>
              <a:rPr lang="en-IN" sz="2000" b="1" dirty="0"/>
              <a:t>}</a:t>
            </a:r>
          </a:p>
          <a:p>
            <a:endParaRPr lang="en-IN" sz="20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u="sng" dirty="0"/>
              <a:t>JDK 1.5 introduced for-each loop/enhanced for-loop:</a:t>
            </a:r>
          </a:p>
          <a:p>
            <a:pPr lvl="1"/>
            <a:r>
              <a:rPr lang="en-IN" sz="2000" b="1" dirty="0"/>
              <a:t>for(int j:i) {</a:t>
            </a:r>
          </a:p>
          <a:p>
            <a:pPr lvl="1"/>
            <a:r>
              <a:rPr lang="en-IN" sz="2000" b="1" dirty="0"/>
              <a:t>	System.out.println(j);</a:t>
            </a:r>
          </a:p>
          <a:p>
            <a:pPr lvl="1"/>
            <a:r>
              <a:rPr lang="en-IN" sz="2000" b="1" dirty="0"/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3663283-320C-0EEC-4246-95D6B259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464656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Single Dimensional Array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E310B59-55A1-4291-B08D-AAFC03AE54CA}"/>
              </a:ext>
            </a:extLst>
          </p:cNvPr>
          <p:cNvSpPr txBox="1"/>
          <p:nvPr/>
        </p:nvSpPr>
        <p:spPr>
          <a:xfrm>
            <a:off x="917713" y="596279"/>
            <a:ext cx="744441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// IDArrayEx.java</a:t>
            </a:r>
          </a:p>
          <a:p>
            <a:r>
              <a:rPr lang="en-IN" sz="2000" b="1" dirty="0"/>
              <a:t>class </a:t>
            </a:r>
            <a:r>
              <a:rPr lang="en-IN" sz="2000" b="1" dirty="0" err="1"/>
              <a:t>IDArrayEx</a:t>
            </a:r>
            <a:r>
              <a:rPr lang="en-IN" sz="2000" b="1" dirty="0"/>
              <a:t> {</a:t>
            </a:r>
          </a:p>
          <a:p>
            <a:r>
              <a:rPr lang="en-IN" sz="2000" b="1" dirty="0"/>
              <a:t>	public static void main(String rags[]) {</a:t>
            </a:r>
          </a:p>
          <a:p>
            <a:r>
              <a:rPr lang="en-IN" sz="2000" b="1" dirty="0"/>
              <a:t>		int </a:t>
            </a:r>
            <a:r>
              <a:rPr lang="en-IN" sz="2000" b="1" dirty="0" err="1"/>
              <a:t>i</a:t>
            </a:r>
            <a:r>
              <a:rPr lang="en-IN" sz="2000" b="1" dirty="0"/>
              <a:t>[]={10, 20, 30, 40, 50, 60, 70, 80, 90, 100};</a:t>
            </a:r>
          </a:p>
          <a:p>
            <a:r>
              <a:rPr lang="en-IN" sz="2000" b="1" dirty="0"/>
              <a:t>		System.out.println(</a:t>
            </a:r>
            <a:r>
              <a:rPr lang="en-IN" sz="2000" b="1" dirty="0" err="1"/>
              <a:t>i</a:t>
            </a:r>
            <a:r>
              <a:rPr lang="en-IN" sz="2000" b="1" dirty="0"/>
              <a:t>[7]);</a:t>
            </a:r>
          </a:p>
          <a:p>
            <a:r>
              <a:rPr lang="en-IN" sz="2000" b="1" dirty="0"/>
              <a:t>		</a:t>
            </a:r>
          </a:p>
          <a:p>
            <a:r>
              <a:rPr lang="en-IN" sz="2000" b="1" dirty="0"/>
              <a:t>		// old way of fetching array</a:t>
            </a:r>
          </a:p>
          <a:p>
            <a:r>
              <a:rPr lang="en-IN" sz="2000" b="1" dirty="0"/>
              <a:t>		int </a:t>
            </a:r>
            <a:r>
              <a:rPr lang="en-IN" sz="2000" b="1" dirty="0" err="1"/>
              <a:t>len</a:t>
            </a:r>
            <a:r>
              <a:rPr lang="en-IN" sz="2000" b="1" dirty="0"/>
              <a:t>=</a:t>
            </a:r>
            <a:r>
              <a:rPr lang="en-IN" sz="2000" b="1" dirty="0" err="1"/>
              <a:t>i.length</a:t>
            </a:r>
            <a:r>
              <a:rPr lang="en-IN" sz="2000" b="1" dirty="0"/>
              <a:t>; // length is a property in array</a:t>
            </a:r>
          </a:p>
          <a:p>
            <a:r>
              <a:rPr lang="en-IN" sz="2000" b="1" dirty="0"/>
              <a:t>		for(int j=0;j&lt;</a:t>
            </a:r>
            <a:r>
              <a:rPr lang="en-IN" sz="2000" b="1" dirty="0" err="1"/>
              <a:t>len;j</a:t>
            </a:r>
            <a:r>
              <a:rPr lang="en-IN" sz="2000" b="1" dirty="0"/>
              <a:t>++) {</a:t>
            </a:r>
          </a:p>
          <a:p>
            <a:r>
              <a:rPr lang="en-IN" sz="2000" b="1" dirty="0"/>
              <a:t>			System.out.println(</a:t>
            </a:r>
            <a:r>
              <a:rPr lang="en-IN" sz="2000" b="1" dirty="0" err="1"/>
              <a:t>i</a:t>
            </a:r>
            <a:r>
              <a:rPr lang="en-IN" sz="2000" b="1" dirty="0"/>
              <a:t>[j]);</a:t>
            </a:r>
          </a:p>
          <a:p>
            <a:r>
              <a:rPr lang="en-IN" sz="2000" b="1" dirty="0"/>
              <a:t>		}</a:t>
            </a:r>
          </a:p>
          <a:p>
            <a:r>
              <a:rPr lang="en-IN" sz="2000" b="1" dirty="0"/>
              <a:t>		</a:t>
            </a:r>
          </a:p>
          <a:p>
            <a:r>
              <a:rPr lang="en-IN" sz="2000" b="1" dirty="0"/>
              <a:t>		// enhanced for-loop/for-each loop</a:t>
            </a:r>
          </a:p>
          <a:p>
            <a:r>
              <a:rPr lang="en-IN" sz="2000" b="1" dirty="0"/>
              <a:t>		for(int k:i) {</a:t>
            </a:r>
          </a:p>
          <a:p>
            <a:r>
              <a:rPr lang="en-IN" sz="2000" b="1" dirty="0"/>
              <a:t>			System.out.println(k);</a:t>
            </a:r>
          </a:p>
          <a:p>
            <a:r>
              <a:rPr lang="en-IN" sz="2000" b="1" dirty="0"/>
              <a:t>		}</a:t>
            </a:r>
          </a:p>
          <a:p>
            <a:r>
              <a:rPr lang="en-IN" sz="2000" b="1" dirty="0"/>
              <a:t>	}</a:t>
            </a:r>
          </a:p>
          <a:p>
            <a:r>
              <a:rPr lang="en-IN" sz="2000" b="1" dirty="0"/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EBE4D5F4-18AF-4F99-B6A6-8F16667DF601}"/>
              </a:ext>
            </a:extLst>
          </p:cNvPr>
          <p:cNvSpPr txBox="1"/>
          <p:nvPr/>
        </p:nvSpPr>
        <p:spPr>
          <a:xfrm>
            <a:off x="8168315" y="1522166"/>
            <a:ext cx="37116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I want to declare one array as below:</a:t>
            </a:r>
          </a:p>
          <a:p>
            <a:r>
              <a:rPr lang="en-IN" dirty="0"/>
              <a:t>     0 1 2 3 4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08D502F-EE88-7C54-15C3-8C79EC07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96877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Two Dimensional Array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60D9BA9-F819-453B-BE2C-3D0C140E78EE}"/>
              </a:ext>
            </a:extLst>
          </p:cNvPr>
          <p:cNvSpPr txBox="1"/>
          <p:nvPr/>
        </p:nvSpPr>
        <p:spPr>
          <a:xfrm>
            <a:off x="1129746" y="1033353"/>
            <a:ext cx="756367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Two dimensional array declaration is as follows:</a:t>
            </a:r>
          </a:p>
          <a:p>
            <a:pPr lvl="1"/>
            <a:r>
              <a:rPr lang="en-IN" sz="2800" dirty="0"/>
              <a:t>       0     1      2     3     4</a:t>
            </a:r>
          </a:p>
          <a:p>
            <a:pPr lvl="1"/>
            <a:r>
              <a:rPr lang="en-IN" sz="2800" dirty="0"/>
              <a:t>j[0] 1     2      3     4     5</a:t>
            </a:r>
          </a:p>
          <a:p>
            <a:pPr lvl="1"/>
            <a:r>
              <a:rPr lang="en-IN" sz="2800" dirty="0"/>
              <a:t>j[1] 6     7      8     9     10</a:t>
            </a:r>
          </a:p>
          <a:p>
            <a:pPr lvl="1"/>
            <a:r>
              <a:rPr lang="en-IN" sz="2800" dirty="0"/>
              <a:t>j[2] 11   12   13   14   15</a:t>
            </a:r>
          </a:p>
          <a:p>
            <a:pPr lvl="1"/>
            <a:r>
              <a:rPr lang="en-IN" sz="2800" dirty="0"/>
              <a:t>j[3] 16   17   18   19   20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959E1955-8FEC-F172-9BC9-FA007CEF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883572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Two Dimensional Array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5654361-144F-4F1E-9ECD-F4C370F820D2}"/>
              </a:ext>
            </a:extLst>
          </p:cNvPr>
          <p:cNvSpPr txBox="1"/>
          <p:nvPr/>
        </p:nvSpPr>
        <p:spPr>
          <a:xfrm>
            <a:off x="957469" y="774619"/>
            <a:ext cx="612913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// IIDArrayEx.java</a:t>
            </a:r>
          </a:p>
          <a:p>
            <a:r>
              <a:rPr lang="en-IN" sz="2000" b="1" dirty="0"/>
              <a:t>public class </a:t>
            </a:r>
            <a:r>
              <a:rPr lang="en-IN" sz="2000" b="1" dirty="0" err="1"/>
              <a:t>IIDArrayEx</a:t>
            </a:r>
            <a:r>
              <a:rPr lang="en-IN" sz="2000" b="1" dirty="0"/>
              <a:t> {</a:t>
            </a:r>
          </a:p>
          <a:p>
            <a:r>
              <a:rPr lang="en-IN" sz="2000" b="1" dirty="0"/>
              <a:t>  public static void main(String rags[]) {</a:t>
            </a:r>
          </a:p>
          <a:p>
            <a:r>
              <a:rPr lang="en-IN" sz="2000" b="1" dirty="0"/>
              <a:t>    int j[][]=new int[4][5];</a:t>
            </a:r>
          </a:p>
          <a:p>
            <a:r>
              <a:rPr lang="en-IN" sz="2000" b="1" dirty="0"/>
              <a:t>	// static array initialization</a:t>
            </a:r>
          </a:p>
          <a:p>
            <a:r>
              <a:rPr lang="en-IN" sz="2000" b="1" dirty="0"/>
              <a:t>	j[0][0]=1;</a:t>
            </a:r>
          </a:p>
          <a:p>
            <a:r>
              <a:rPr lang="en-IN" sz="2000" b="1" dirty="0"/>
              <a:t>	j[0][1]=2;</a:t>
            </a:r>
          </a:p>
          <a:p>
            <a:r>
              <a:rPr lang="en-IN" sz="2000" b="1" dirty="0"/>
              <a:t>	j[0][2]=3;</a:t>
            </a:r>
          </a:p>
          <a:p>
            <a:r>
              <a:rPr lang="en-IN" sz="2000" b="1" dirty="0"/>
              <a:t>	j[0][3]=4;</a:t>
            </a:r>
          </a:p>
          <a:p>
            <a:r>
              <a:rPr lang="en-IN" sz="2000" b="1" dirty="0"/>
              <a:t>	j[0][4]=5;</a:t>
            </a:r>
          </a:p>
          <a:p>
            <a:endParaRPr lang="en-IN" sz="2000" b="1" dirty="0"/>
          </a:p>
          <a:p>
            <a:r>
              <a:rPr lang="en-IN" sz="2000" b="1" dirty="0"/>
              <a:t>	j[1][0]=6;</a:t>
            </a:r>
          </a:p>
          <a:p>
            <a:r>
              <a:rPr lang="en-IN" sz="2000" b="1" dirty="0"/>
              <a:t>	j[1][1]=7;</a:t>
            </a:r>
          </a:p>
          <a:p>
            <a:r>
              <a:rPr lang="en-IN" sz="2000" b="1" dirty="0"/>
              <a:t>	j[1][2]=8;</a:t>
            </a:r>
          </a:p>
          <a:p>
            <a:r>
              <a:rPr lang="en-IN" sz="2000" b="1" dirty="0"/>
              <a:t>	j[1][3]=9;</a:t>
            </a:r>
          </a:p>
          <a:p>
            <a:r>
              <a:rPr lang="en-IN" sz="2000" b="1" dirty="0"/>
              <a:t>	j[1][4]=10;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471CAD40-4001-6601-CFB8-6C0D47268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025863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Two Dimensional Array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FF860D9-7E5F-4CE3-921F-B4C53BFB53F2}"/>
              </a:ext>
            </a:extLst>
          </p:cNvPr>
          <p:cNvSpPr txBox="1"/>
          <p:nvPr/>
        </p:nvSpPr>
        <p:spPr>
          <a:xfrm>
            <a:off x="1169504" y="519727"/>
            <a:ext cx="612913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	</a:t>
            </a:r>
            <a:r>
              <a:rPr lang="en-IN" sz="2000" b="1" dirty="0"/>
              <a:t>j[2][0]=11;</a:t>
            </a:r>
          </a:p>
          <a:p>
            <a:r>
              <a:rPr lang="en-IN" sz="2000" b="1" dirty="0"/>
              <a:t>	j[2][1]=12;</a:t>
            </a:r>
          </a:p>
          <a:p>
            <a:r>
              <a:rPr lang="en-IN" sz="2000" b="1" dirty="0"/>
              <a:t>	j[2][2]=13;</a:t>
            </a:r>
          </a:p>
          <a:p>
            <a:r>
              <a:rPr lang="en-IN" sz="2000" b="1" dirty="0"/>
              <a:t>	j[2][3]=14;</a:t>
            </a:r>
          </a:p>
          <a:p>
            <a:r>
              <a:rPr lang="en-IN" sz="2000" b="1" dirty="0"/>
              <a:t>	j[2][4]=15;</a:t>
            </a:r>
          </a:p>
          <a:p>
            <a:endParaRPr lang="en-IN" sz="2000" b="1" dirty="0"/>
          </a:p>
          <a:p>
            <a:r>
              <a:rPr lang="en-IN" sz="2000" b="1" dirty="0"/>
              <a:t>	j[3][0]=16;</a:t>
            </a:r>
          </a:p>
          <a:p>
            <a:r>
              <a:rPr lang="en-IN" sz="2000" b="1" dirty="0"/>
              <a:t>	j[3][1]=17;</a:t>
            </a:r>
          </a:p>
          <a:p>
            <a:r>
              <a:rPr lang="en-IN" sz="2000" b="1" dirty="0"/>
              <a:t>	j[3][2]=18;</a:t>
            </a:r>
          </a:p>
          <a:p>
            <a:r>
              <a:rPr lang="en-IN" sz="2000" b="1" dirty="0"/>
              <a:t>	j[3][3]=19;</a:t>
            </a:r>
          </a:p>
          <a:p>
            <a:r>
              <a:rPr lang="en-IN" sz="2000" b="1" dirty="0"/>
              <a:t>	j[3][4]=20;</a:t>
            </a:r>
          </a:p>
          <a:p>
            <a:endParaRPr lang="en-IN" sz="2000" b="1" dirty="0"/>
          </a:p>
          <a:p>
            <a:r>
              <a:rPr lang="en-IN" sz="2000" b="1" dirty="0"/>
              <a:t>	// dynamic array initialization</a:t>
            </a:r>
          </a:p>
          <a:p>
            <a:r>
              <a:rPr lang="en-IN" sz="2000" b="1" dirty="0"/>
              <a:t>	int counter=0;</a:t>
            </a:r>
          </a:p>
          <a:p>
            <a:r>
              <a:rPr lang="en-IN" sz="2000" b="1" dirty="0"/>
              <a:t>	for(int k=0;k&lt;4;k++) {</a:t>
            </a:r>
          </a:p>
          <a:p>
            <a:r>
              <a:rPr lang="en-IN" sz="2000" b="1" dirty="0"/>
              <a:t>		for(int l=0;l&lt;5;l++) {	</a:t>
            </a:r>
          </a:p>
          <a:p>
            <a:r>
              <a:rPr lang="en-IN" sz="2000" b="1" dirty="0"/>
              <a:t>			j[k][l]=counter++;</a:t>
            </a:r>
          </a:p>
          <a:p>
            <a:r>
              <a:rPr lang="en-IN" sz="2000" b="1" dirty="0"/>
              <a:t>		}</a:t>
            </a:r>
          </a:p>
          <a:p>
            <a:r>
              <a:rPr lang="en-IN" sz="2000" b="1" dirty="0"/>
              <a:t>	}</a:t>
            </a:r>
            <a:endParaRPr lang="en-IN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CD0769B4-0556-76A7-93DA-83136037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75737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Two Dimensional Array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2EEE156-E7C8-4244-904A-0082729BEAFD}"/>
              </a:ext>
            </a:extLst>
          </p:cNvPr>
          <p:cNvSpPr txBox="1"/>
          <p:nvPr/>
        </p:nvSpPr>
        <p:spPr>
          <a:xfrm>
            <a:off x="839202" y="936255"/>
            <a:ext cx="72181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	System.out.println(</a:t>
            </a:r>
            <a:r>
              <a:rPr lang="en-IN" sz="2400" b="1" dirty="0" err="1"/>
              <a:t>j.length</a:t>
            </a:r>
            <a:r>
              <a:rPr lang="en-IN" sz="2400" b="1" dirty="0"/>
              <a:t>);</a:t>
            </a:r>
          </a:p>
          <a:p>
            <a:r>
              <a:rPr lang="en-IN" sz="2400" b="1" dirty="0"/>
              <a:t>	System.out.println(j[0].length);</a:t>
            </a:r>
          </a:p>
          <a:p>
            <a:endParaRPr lang="en-IN" sz="2400" b="1" dirty="0"/>
          </a:p>
          <a:p>
            <a:r>
              <a:rPr lang="en-IN" sz="2400" b="1" dirty="0"/>
              <a:t>	// accessing 2 dimensional array elements</a:t>
            </a:r>
          </a:p>
          <a:p>
            <a:r>
              <a:rPr lang="en-IN" sz="2400" b="1" dirty="0"/>
              <a:t>	for(int k=0;k&lt;</a:t>
            </a:r>
            <a:r>
              <a:rPr lang="en-IN" sz="2400" b="1" dirty="0" err="1"/>
              <a:t>j.length;k</a:t>
            </a:r>
            <a:r>
              <a:rPr lang="en-IN" sz="2400" b="1" dirty="0"/>
              <a:t>++) {</a:t>
            </a:r>
          </a:p>
          <a:p>
            <a:r>
              <a:rPr lang="en-IN" sz="2400" b="1" dirty="0"/>
              <a:t>		for(int m=0;m&lt;j[k].</a:t>
            </a:r>
            <a:r>
              <a:rPr lang="en-IN" sz="2400" b="1" dirty="0" err="1"/>
              <a:t>length;m</a:t>
            </a:r>
            <a:r>
              <a:rPr lang="en-IN" sz="2400" b="1" dirty="0"/>
              <a:t>++) {</a:t>
            </a:r>
          </a:p>
          <a:p>
            <a:r>
              <a:rPr lang="en-IN" sz="2400" b="1" dirty="0"/>
              <a:t>			System.out.println(j[k][m]);</a:t>
            </a:r>
          </a:p>
          <a:p>
            <a:r>
              <a:rPr lang="en-IN" sz="2400" b="1" dirty="0"/>
              <a:t>		}</a:t>
            </a:r>
          </a:p>
          <a:p>
            <a:r>
              <a:rPr lang="en-IN" sz="2400" b="1" dirty="0"/>
              <a:t>	}</a:t>
            </a:r>
          </a:p>
          <a:p>
            <a:r>
              <a:rPr lang="en-IN" sz="2400" b="1" dirty="0"/>
              <a:t>  }</a:t>
            </a:r>
          </a:p>
          <a:p>
            <a:r>
              <a:rPr lang="en-IN" sz="2400" b="1" dirty="0"/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F70D851-1CF5-94E7-E4D2-2DE2B12BB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067494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33338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Another Two Dimensional Array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969A5F9-4C21-4B94-A3C2-F55FEF1F375E}"/>
              </a:ext>
            </a:extLst>
          </p:cNvPr>
          <p:cNvSpPr txBox="1"/>
          <p:nvPr/>
        </p:nvSpPr>
        <p:spPr>
          <a:xfrm>
            <a:off x="1113185" y="477235"/>
            <a:ext cx="841129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// IIDArrayEx1.java</a:t>
            </a:r>
          </a:p>
          <a:p>
            <a:r>
              <a:rPr lang="en-IN" sz="1600" b="1" dirty="0"/>
              <a:t>class IIDArrayEx1 {</a:t>
            </a:r>
          </a:p>
          <a:p>
            <a:r>
              <a:rPr lang="en-IN" sz="1600" b="1" dirty="0"/>
              <a:t>	public static void main(String rags[]) {</a:t>
            </a:r>
          </a:p>
          <a:p>
            <a:r>
              <a:rPr lang="en-IN" sz="1600" b="1" dirty="0"/>
              <a:t>	</a:t>
            </a:r>
          </a:p>
          <a:p>
            <a:r>
              <a:rPr lang="en-IN" sz="1600" b="1" dirty="0"/>
              <a:t>		// dynamic array declaration and initialization</a:t>
            </a:r>
          </a:p>
          <a:p>
            <a:r>
              <a:rPr lang="en-IN" sz="1600" b="1" dirty="0"/>
              <a:t>		int j[][]={{1,2,3,4}, {5,6,7,8}, {9,10,11,12}};</a:t>
            </a:r>
          </a:p>
          <a:p>
            <a:endParaRPr lang="en-IN" sz="1600" b="1" dirty="0"/>
          </a:p>
          <a:p>
            <a:r>
              <a:rPr lang="en-IN" sz="1600" b="1" dirty="0"/>
              <a:t>		int len1=</a:t>
            </a:r>
            <a:r>
              <a:rPr lang="en-IN" sz="1600" b="1"/>
              <a:t>j.</a:t>
            </a:r>
            <a:r>
              <a:rPr lang="en-IN" sz="1600" b="1" dirty="0" err="1"/>
              <a:t>length</a:t>
            </a:r>
            <a:r>
              <a:rPr lang="en-IN" sz="1600" b="1" dirty="0"/>
              <a:t>; // 3</a:t>
            </a:r>
          </a:p>
          <a:p>
            <a:r>
              <a:rPr lang="en-IN" sz="1600" b="1" dirty="0"/>
              <a:t>		for(int k=0;k&lt;len1;k++) {</a:t>
            </a:r>
          </a:p>
          <a:p>
            <a:r>
              <a:rPr lang="en-IN" sz="1600" b="1" dirty="0"/>
              <a:t>			int len2=</a:t>
            </a:r>
            <a:r>
              <a:rPr lang="en-IN" sz="1600" b="1" dirty="0" err="1"/>
              <a:t>i</a:t>
            </a:r>
            <a:r>
              <a:rPr lang="en-IN" sz="1600" b="1" dirty="0"/>
              <a:t>[k].length; // 4</a:t>
            </a:r>
          </a:p>
          <a:p>
            <a:r>
              <a:rPr lang="en-IN" sz="1600" b="1" dirty="0"/>
              <a:t>			for(int m=0;m&lt;len2;m++) {</a:t>
            </a:r>
          </a:p>
          <a:p>
            <a:r>
              <a:rPr lang="en-IN" sz="1600" b="1" dirty="0"/>
              <a:t>				System.out.println(</a:t>
            </a:r>
            <a:r>
              <a:rPr lang="en-IN" sz="1600" b="1" dirty="0" err="1"/>
              <a:t>i</a:t>
            </a:r>
            <a:r>
              <a:rPr lang="en-IN" sz="1600" b="1" dirty="0"/>
              <a:t>[k][m]);</a:t>
            </a:r>
          </a:p>
          <a:p>
            <a:r>
              <a:rPr lang="en-IN" sz="1600" b="1" dirty="0"/>
              <a:t>			}</a:t>
            </a:r>
          </a:p>
          <a:p>
            <a:r>
              <a:rPr lang="en-IN" sz="1600" b="1" dirty="0"/>
              <a:t>		}</a:t>
            </a:r>
          </a:p>
          <a:p>
            <a:endParaRPr lang="en-IN" sz="1600" b="1" dirty="0"/>
          </a:p>
          <a:p>
            <a:r>
              <a:rPr lang="en-IN" sz="1600" b="1" dirty="0"/>
              <a:t>		// enhanced for loop/for-each loop</a:t>
            </a:r>
          </a:p>
          <a:p>
            <a:r>
              <a:rPr lang="en-IN" sz="1600" b="1" dirty="0"/>
              <a:t>		for(int n[]:j) {</a:t>
            </a:r>
          </a:p>
          <a:p>
            <a:r>
              <a:rPr lang="en-IN" sz="1600" b="1" dirty="0"/>
              <a:t>			for(int o:n) {</a:t>
            </a:r>
          </a:p>
          <a:p>
            <a:r>
              <a:rPr lang="en-IN" sz="1600" b="1" dirty="0"/>
              <a:t>				System.out.println(o);</a:t>
            </a:r>
          </a:p>
          <a:p>
            <a:r>
              <a:rPr lang="en-IN" sz="1600" b="1" dirty="0"/>
              <a:t>			}</a:t>
            </a:r>
          </a:p>
          <a:p>
            <a:r>
              <a:rPr lang="en-IN" sz="1600" b="1" dirty="0"/>
              <a:t>		}</a:t>
            </a:r>
          </a:p>
          <a:p>
            <a:r>
              <a:rPr lang="en-IN" sz="1600" b="1" dirty="0"/>
              <a:t>		</a:t>
            </a:r>
          </a:p>
          <a:p>
            <a:r>
              <a:rPr lang="en-IN" sz="1600" b="1" dirty="0"/>
              <a:t>	}</a:t>
            </a:r>
          </a:p>
          <a:p>
            <a:r>
              <a:rPr lang="en-IN" sz="1600" b="1" dirty="0"/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78A77BD-EB0A-31BA-858C-093DFB84D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498774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Three Dimensional Array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072DFB3-35B0-4DA6-AEC1-0BA137A64774}"/>
              </a:ext>
            </a:extLst>
          </p:cNvPr>
          <p:cNvSpPr txBox="1"/>
          <p:nvPr/>
        </p:nvSpPr>
        <p:spPr>
          <a:xfrm>
            <a:off x="839202" y="1068960"/>
            <a:ext cx="8159024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3x4x5:</a:t>
            </a:r>
          </a:p>
          <a:p>
            <a:r>
              <a:rPr lang="en-IN" sz="2400" dirty="0"/>
              <a:t>int </a:t>
            </a:r>
            <a:r>
              <a:rPr lang="en-IN" sz="2400" dirty="0" err="1"/>
              <a:t>i</a:t>
            </a:r>
            <a:r>
              <a:rPr lang="en-IN" sz="2400" dirty="0"/>
              <a:t>[][][]=new int[3][4][5]; // 3*4=12*5=60 elements</a:t>
            </a:r>
          </a:p>
          <a:p>
            <a:endParaRPr lang="en-IN" sz="2400" dirty="0"/>
          </a:p>
          <a:p>
            <a:r>
              <a:rPr lang="en-IN" sz="1600" dirty="0" err="1"/>
              <a:t>i</a:t>
            </a:r>
            <a:r>
              <a:rPr lang="en-IN" sz="1600" dirty="0"/>
              <a:t>[0]</a:t>
            </a:r>
          </a:p>
          <a:p>
            <a:r>
              <a:rPr lang="en-IN" sz="1600" dirty="0"/>
              <a:t>	</a:t>
            </a:r>
            <a:r>
              <a:rPr lang="en-IN" sz="1600" dirty="0" err="1"/>
              <a:t>i</a:t>
            </a:r>
            <a:r>
              <a:rPr lang="en-IN" sz="1600" dirty="0"/>
              <a:t>[0][0]		 </a:t>
            </a:r>
            <a:r>
              <a:rPr lang="en-IN" sz="1600" dirty="0" err="1"/>
              <a:t>i</a:t>
            </a:r>
            <a:r>
              <a:rPr lang="en-IN" sz="1600" dirty="0"/>
              <a:t>[0][1]		 </a:t>
            </a:r>
            <a:r>
              <a:rPr lang="en-IN" sz="1600" dirty="0" err="1"/>
              <a:t>i</a:t>
            </a:r>
            <a:r>
              <a:rPr lang="en-IN" sz="1600" dirty="0"/>
              <a:t>[0][2]		 </a:t>
            </a:r>
            <a:r>
              <a:rPr lang="en-IN" sz="1600" dirty="0" err="1"/>
              <a:t>i</a:t>
            </a:r>
            <a:r>
              <a:rPr lang="en-IN" sz="1600" dirty="0"/>
              <a:t>[0][3]</a:t>
            </a:r>
          </a:p>
          <a:p>
            <a:r>
              <a:rPr lang="en-IN" sz="1600" dirty="0"/>
              <a:t>	   </a:t>
            </a:r>
            <a:r>
              <a:rPr lang="en-IN" sz="1600" dirty="0" err="1"/>
              <a:t>i</a:t>
            </a:r>
            <a:r>
              <a:rPr lang="en-IN" sz="1600" dirty="0"/>
              <a:t>[0][0][0]		 </a:t>
            </a:r>
            <a:r>
              <a:rPr lang="en-IN" sz="1600" dirty="0" err="1"/>
              <a:t>i</a:t>
            </a:r>
            <a:r>
              <a:rPr lang="en-IN" sz="1600" dirty="0"/>
              <a:t>[0][1][0] 		 </a:t>
            </a:r>
            <a:r>
              <a:rPr lang="en-IN" sz="1600" dirty="0" err="1"/>
              <a:t>i</a:t>
            </a:r>
            <a:r>
              <a:rPr lang="en-IN" sz="1600" dirty="0"/>
              <a:t>[0][2][0]		 </a:t>
            </a:r>
            <a:r>
              <a:rPr lang="en-IN" sz="1600" dirty="0" err="1"/>
              <a:t>i</a:t>
            </a:r>
            <a:r>
              <a:rPr lang="en-IN" sz="1600" dirty="0"/>
              <a:t>[0][3][0]</a:t>
            </a:r>
          </a:p>
          <a:p>
            <a:r>
              <a:rPr lang="en-IN" sz="1600" dirty="0"/>
              <a:t>	   </a:t>
            </a:r>
            <a:r>
              <a:rPr lang="en-IN" sz="1600" dirty="0" err="1"/>
              <a:t>i</a:t>
            </a:r>
            <a:r>
              <a:rPr lang="en-IN" sz="1600" dirty="0"/>
              <a:t>[0][0][1] 		 </a:t>
            </a:r>
            <a:r>
              <a:rPr lang="en-IN" sz="1600" dirty="0" err="1"/>
              <a:t>i</a:t>
            </a:r>
            <a:r>
              <a:rPr lang="en-IN" sz="1600" dirty="0"/>
              <a:t>[0][1][1]	 	 </a:t>
            </a:r>
            <a:r>
              <a:rPr lang="en-IN" sz="1600" dirty="0" err="1"/>
              <a:t>i</a:t>
            </a:r>
            <a:r>
              <a:rPr lang="en-IN" sz="1600" dirty="0"/>
              <a:t>[0][2][1] 		 </a:t>
            </a:r>
            <a:r>
              <a:rPr lang="en-IN" sz="1600" dirty="0" err="1"/>
              <a:t>i</a:t>
            </a:r>
            <a:r>
              <a:rPr lang="en-IN" sz="1600" dirty="0"/>
              <a:t>[0][3][1]</a:t>
            </a:r>
          </a:p>
          <a:p>
            <a:r>
              <a:rPr lang="en-IN" sz="1600" dirty="0"/>
              <a:t>	   </a:t>
            </a:r>
            <a:r>
              <a:rPr lang="en-IN" sz="1600" dirty="0" err="1"/>
              <a:t>i</a:t>
            </a:r>
            <a:r>
              <a:rPr lang="en-IN" sz="1600" dirty="0"/>
              <a:t>[0][0][2]		 </a:t>
            </a:r>
            <a:r>
              <a:rPr lang="en-IN" sz="1600" dirty="0" err="1"/>
              <a:t>i</a:t>
            </a:r>
            <a:r>
              <a:rPr lang="en-IN" sz="1600" dirty="0"/>
              <a:t>[0][1][2] 	  	 </a:t>
            </a:r>
            <a:r>
              <a:rPr lang="en-IN" sz="1600" dirty="0" err="1"/>
              <a:t>i</a:t>
            </a:r>
            <a:r>
              <a:rPr lang="en-IN" sz="1600" dirty="0"/>
              <a:t>[0][2][2]		 </a:t>
            </a:r>
            <a:r>
              <a:rPr lang="en-IN" sz="1600" dirty="0" err="1"/>
              <a:t>i</a:t>
            </a:r>
            <a:r>
              <a:rPr lang="en-IN" sz="1600" dirty="0"/>
              <a:t>[0][3][2]</a:t>
            </a:r>
          </a:p>
          <a:p>
            <a:r>
              <a:rPr lang="en-IN" sz="1600" dirty="0"/>
              <a:t>	   </a:t>
            </a:r>
            <a:r>
              <a:rPr lang="en-IN" sz="1600" dirty="0" err="1"/>
              <a:t>i</a:t>
            </a:r>
            <a:r>
              <a:rPr lang="en-IN" sz="1600" dirty="0"/>
              <a:t>[0][0][3]		 </a:t>
            </a:r>
            <a:r>
              <a:rPr lang="en-IN" sz="1600" dirty="0" err="1"/>
              <a:t>i</a:t>
            </a:r>
            <a:r>
              <a:rPr lang="en-IN" sz="1600" dirty="0"/>
              <a:t>[0][1][3] 		 </a:t>
            </a:r>
            <a:r>
              <a:rPr lang="en-IN" sz="1600" dirty="0" err="1"/>
              <a:t>i</a:t>
            </a:r>
            <a:r>
              <a:rPr lang="en-IN" sz="1600" dirty="0"/>
              <a:t>[0][2][3]		 </a:t>
            </a:r>
            <a:r>
              <a:rPr lang="en-IN" sz="1600" dirty="0" err="1"/>
              <a:t>i</a:t>
            </a:r>
            <a:r>
              <a:rPr lang="en-IN" sz="1600" dirty="0"/>
              <a:t>[0][3][3]</a:t>
            </a:r>
          </a:p>
          <a:p>
            <a:r>
              <a:rPr lang="en-IN" sz="1600" dirty="0"/>
              <a:t>	   </a:t>
            </a:r>
            <a:r>
              <a:rPr lang="en-IN" sz="1600" dirty="0" err="1"/>
              <a:t>i</a:t>
            </a:r>
            <a:r>
              <a:rPr lang="en-IN" sz="1600" dirty="0"/>
              <a:t>[0][0][4] 		 </a:t>
            </a:r>
            <a:r>
              <a:rPr lang="en-IN" sz="1600" dirty="0" err="1"/>
              <a:t>i</a:t>
            </a:r>
            <a:r>
              <a:rPr lang="en-IN" sz="1600" dirty="0"/>
              <a:t>[0][1][4] 		 </a:t>
            </a:r>
            <a:r>
              <a:rPr lang="en-IN" sz="1600" dirty="0" err="1"/>
              <a:t>i</a:t>
            </a:r>
            <a:r>
              <a:rPr lang="en-IN" sz="1600" dirty="0"/>
              <a:t>[0][2][4] 		 </a:t>
            </a:r>
            <a:r>
              <a:rPr lang="en-IN" sz="1600" dirty="0" err="1"/>
              <a:t>i</a:t>
            </a:r>
            <a:r>
              <a:rPr lang="en-IN" sz="1600" dirty="0"/>
              <a:t>[0][3][4]</a:t>
            </a:r>
          </a:p>
          <a:p>
            <a:r>
              <a:rPr lang="en-IN" sz="1600" dirty="0" err="1"/>
              <a:t>i</a:t>
            </a:r>
            <a:r>
              <a:rPr lang="en-IN" sz="1600" dirty="0"/>
              <a:t>[1]</a:t>
            </a:r>
          </a:p>
          <a:p>
            <a:r>
              <a:rPr lang="en-IN" sz="1600" dirty="0"/>
              <a:t>	 </a:t>
            </a:r>
            <a:r>
              <a:rPr lang="en-IN" sz="1600" dirty="0" err="1"/>
              <a:t>i</a:t>
            </a:r>
            <a:r>
              <a:rPr lang="en-IN" sz="1600" dirty="0"/>
              <a:t>[1][0]		 </a:t>
            </a:r>
            <a:r>
              <a:rPr lang="en-IN" sz="1600" dirty="0" err="1"/>
              <a:t>i</a:t>
            </a:r>
            <a:r>
              <a:rPr lang="en-IN" sz="1600" dirty="0"/>
              <a:t>[1][1]		 </a:t>
            </a:r>
            <a:r>
              <a:rPr lang="en-IN" sz="1600" dirty="0" err="1"/>
              <a:t>i</a:t>
            </a:r>
            <a:r>
              <a:rPr lang="en-IN" sz="1600" dirty="0"/>
              <a:t>[1][2]		 </a:t>
            </a:r>
            <a:r>
              <a:rPr lang="en-IN" sz="1600" dirty="0" err="1"/>
              <a:t>i</a:t>
            </a:r>
            <a:r>
              <a:rPr lang="en-IN" sz="1600" dirty="0"/>
              <a:t>[1][3]</a:t>
            </a:r>
          </a:p>
          <a:p>
            <a:r>
              <a:rPr lang="en-IN" sz="1600" dirty="0" err="1"/>
              <a:t>i</a:t>
            </a:r>
            <a:r>
              <a:rPr lang="en-IN" sz="1600" dirty="0"/>
              <a:t>[2]</a:t>
            </a:r>
          </a:p>
          <a:p>
            <a:r>
              <a:rPr lang="en-IN" sz="1600" dirty="0"/>
              <a:t>	 </a:t>
            </a:r>
            <a:r>
              <a:rPr lang="en-IN" sz="1600" dirty="0" err="1"/>
              <a:t>i</a:t>
            </a:r>
            <a:r>
              <a:rPr lang="en-IN" sz="1600" dirty="0"/>
              <a:t>[2][0]		 </a:t>
            </a:r>
            <a:r>
              <a:rPr lang="en-IN" sz="1600" dirty="0" err="1"/>
              <a:t>i</a:t>
            </a:r>
            <a:r>
              <a:rPr lang="en-IN" sz="1600" dirty="0"/>
              <a:t>[2][1]		 </a:t>
            </a:r>
            <a:r>
              <a:rPr lang="en-IN" sz="1600" dirty="0" err="1"/>
              <a:t>i</a:t>
            </a:r>
            <a:r>
              <a:rPr lang="en-IN" sz="1600" dirty="0"/>
              <a:t>[2][2]		 </a:t>
            </a:r>
            <a:r>
              <a:rPr lang="en-IN" sz="1600" dirty="0" err="1"/>
              <a:t>i</a:t>
            </a:r>
            <a:r>
              <a:rPr lang="en-IN" sz="1600" dirty="0"/>
              <a:t>[2][3]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xmlns="" id="{4BA3CAC9-8002-4FB6-BAD9-FFF49B719207}"/>
              </a:ext>
            </a:extLst>
          </p:cNvPr>
          <p:cNvSpPr/>
          <p:nvPr/>
        </p:nvSpPr>
        <p:spPr>
          <a:xfrm>
            <a:off x="8401878" y="2756452"/>
            <a:ext cx="212035" cy="11357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2A20A8C-08CF-4469-AB16-A8F12B8B1FC7}"/>
              </a:ext>
            </a:extLst>
          </p:cNvPr>
          <p:cNvSpPr txBox="1"/>
          <p:nvPr/>
        </p:nvSpPr>
        <p:spPr>
          <a:xfrm>
            <a:off x="8733183" y="3124201"/>
            <a:ext cx="1341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 elements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DC1520F-3C52-45CB-BCFB-29ECB9530485}"/>
              </a:ext>
            </a:extLst>
          </p:cNvPr>
          <p:cNvSpPr txBox="1"/>
          <p:nvPr/>
        </p:nvSpPr>
        <p:spPr>
          <a:xfrm>
            <a:off x="7919831" y="4114107"/>
            <a:ext cx="1341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 elements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07C805F-CF8B-441A-81B1-492DA00A52E2}"/>
              </a:ext>
            </a:extLst>
          </p:cNvPr>
          <p:cNvSpPr txBox="1"/>
          <p:nvPr/>
        </p:nvSpPr>
        <p:spPr>
          <a:xfrm>
            <a:off x="7919831" y="4591845"/>
            <a:ext cx="1341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 elements</a:t>
            </a:r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1F0A430E-807A-0002-2460-E879E7C3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4284153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Three Dimensional Array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FC45508F-09C1-42F4-A861-74C581CEE96D}"/>
              </a:ext>
            </a:extLst>
          </p:cNvPr>
          <p:cNvGrpSpPr/>
          <p:nvPr/>
        </p:nvGrpSpPr>
        <p:grpSpPr>
          <a:xfrm>
            <a:off x="291548" y="675862"/>
            <a:ext cx="9931685" cy="4272370"/>
            <a:chOff x="291548" y="675862"/>
            <a:chExt cx="9931685" cy="427237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4DF7B34F-B66D-4280-8DE6-23C58A470580}"/>
                </a:ext>
              </a:extLst>
            </p:cNvPr>
            <p:cNvSpPr txBox="1"/>
            <p:nvPr/>
          </p:nvSpPr>
          <p:spPr>
            <a:xfrm>
              <a:off x="2547731" y="1470357"/>
              <a:ext cx="6569765" cy="3477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dirty="0"/>
                <a:t>1		2		3 		4</a:t>
              </a:r>
            </a:p>
            <a:p>
              <a:r>
                <a:rPr lang="en-IN" sz="1100" dirty="0"/>
                <a:t> 1.1	 	2.1	 	3.1	 	4.1 </a:t>
              </a:r>
            </a:p>
            <a:p>
              <a:r>
                <a:rPr lang="en-IN" sz="1100" dirty="0"/>
                <a:t> 1.2	 	2.2	 	3.2	 	4.2</a:t>
              </a:r>
            </a:p>
            <a:p>
              <a:r>
                <a:rPr lang="en-IN" sz="1100" dirty="0"/>
                <a:t> 1.3 	 	2.3	 	3.3	 	4.3</a:t>
              </a:r>
            </a:p>
            <a:p>
              <a:r>
                <a:rPr lang="en-IN" sz="1100" dirty="0"/>
                <a:t> 1.4	 	2.4	 	3.4	 	4.4</a:t>
              </a:r>
            </a:p>
            <a:p>
              <a:r>
                <a:rPr lang="en-IN" sz="1100" dirty="0"/>
                <a:t> 1.5     		2.5	 	3.5	 	4.5</a:t>
              </a:r>
            </a:p>
            <a:p>
              <a:endParaRPr lang="en-IN" sz="1100" dirty="0"/>
            </a:p>
            <a:p>
              <a:r>
                <a:rPr lang="en-IN" sz="1100" dirty="0"/>
                <a:t>5		6		7		8</a:t>
              </a:r>
            </a:p>
            <a:p>
              <a:r>
                <a:rPr lang="en-IN" sz="1100" dirty="0"/>
                <a:t> 5.1	 	6.1	 	7.1	 	8.1 </a:t>
              </a:r>
            </a:p>
            <a:p>
              <a:r>
                <a:rPr lang="en-IN" sz="1100" dirty="0"/>
                <a:t> 5.2	 	6.2	 	7.2	 	8.2</a:t>
              </a:r>
            </a:p>
            <a:p>
              <a:r>
                <a:rPr lang="en-IN" sz="1100" dirty="0"/>
                <a:t> 5.3 	 	6.3	 	7.3	 	8.3</a:t>
              </a:r>
            </a:p>
            <a:p>
              <a:r>
                <a:rPr lang="en-IN" sz="1100" dirty="0"/>
                <a:t> 5.4	 	6.4	 	7.4	 	8.4</a:t>
              </a:r>
            </a:p>
            <a:p>
              <a:r>
                <a:rPr lang="en-IN" sz="1100" dirty="0"/>
                <a:t> 5.5     		6.5	 	7.5	 	8.5</a:t>
              </a:r>
            </a:p>
            <a:p>
              <a:endParaRPr lang="en-IN" sz="1100" dirty="0"/>
            </a:p>
            <a:p>
              <a:r>
                <a:rPr lang="en-IN" sz="1100" dirty="0"/>
                <a:t>9		10		11		12</a:t>
              </a:r>
            </a:p>
            <a:p>
              <a:r>
                <a:rPr lang="en-IN" sz="1100" dirty="0"/>
                <a:t> 9.1	 	10.1		11.1		12.1 </a:t>
              </a:r>
            </a:p>
            <a:p>
              <a:r>
                <a:rPr lang="en-IN" sz="1100" dirty="0"/>
                <a:t> 9.2	 	10.2		11.2		12.2</a:t>
              </a:r>
            </a:p>
            <a:p>
              <a:r>
                <a:rPr lang="en-IN" sz="1100" dirty="0"/>
                <a:t> 9.3 	 	10.3		11.3		12.3</a:t>
              </a:r>
            </a:p>
            <a:p>
              <a:r>
                <a:rPr lang="en-IN" sz="1100" dirty="0"/>
                <a:t> 9.4	 	10.4		11.4		12.4</a:t>
              </a:r>
            </a:p>
            <a:p>
              <a:r>
                <a:rPr lang="en-IN" sz="1100" dirty="0"/>
                <a:t> 9.5		10.5		11.5		12.5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xmlns="" id="{2CCFCA0E-583D-4BEF-A67D-24AD0F50DD9B}"/>
                </a:ext>
              </a:extLst>
            </p:cNvPr>
            <p:cNvCxnSpPr/>
            <p:nvPr/>
          </p:nvCxnSpPr>
          <p:spPr>
            <a:xfrm>
              <a:off x="1311965" y="2080591"/>
              <a:ext cx="9011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xmlns="" id="{9ECB1244-621D-47C6-957F-63793ADCECC2}"/>
                </a:ext>
              </a:extLst>
            </p:cNvPr>
            <p:cNvCxnSpPr/>
            <p:nvPr/>
          </p:nvCxnSpPr>
          <p:spPr>
            <a:xfrm>
              <a:off x="1311965" y="3067878"/>
              <a:ext cx="9011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xmlns="" id="{864E35C3-B8F3-4FB1-9D37-E62D01B860C9}"/>
                </a:ext>
              </a:extLst>
            </p:cNvPr>
            <p:cNvCxnSpPr/>
            <p:nvPr/>
          </p:nvCxnSpPr>
          <p:spPr>
            <a:xfrm>
              <a:off x="1311965" y="4121426"/>
              <a:ext cx="9011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E1F2907E-8D2F-4AA1-992A-D73995CD5A64}"/>
                </a:ext>
              </a:extLst>
            </p:cNvPr>
            <p:cNvCxnSpPr/>
            <p:nvPr/>
          </p:nvCxnSpPr>
          <p:spPr>
            <a:xfrm>
              <a:off x="1298713" y="2080591"/>
              <a:ext cx="0" cy="20408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xmlns="" id="{DB2534F7-C814-41F4-B64E-2CDAC6D22190}"/>
                </a:ext>
              </a:extLst>
            </p:cNvPr>
            <p:cNvCxnSpPr/>
            <p:nvPr/>
          </p:nvCxnSpPr>
          <p:spPr>
            <a:xfrm>
              <a:off x="2782957" y="1086678"/>
              <a:ext cx="0" cy="3836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xmlns="" id="{0B163150-46BB-4CF0-8D1A-ABF9476AE16F}"/>
                </a:ext>
              </a:extLst>
            </p:cNvPr>
            <p:cNvCxnSpPr/>
            <p:nvPr/>
          </p:nvCxnSpPr>
          <p:spPr>
            <a:xfrm>
              <a:off x="4525617" y="1146946"/>
              <a:ext cx="0" cy="3836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xmlns="" id="{B6001F98-EB83-413A-BEC3-B967F2F0DE7C}"/>
                </a:ext>
              </a:extLst>
            </p:cNvPr>
            <p:cNvCxnSpPr/>
            <p:nvPr/>
          </p:nvCxnSpPr>
          <p:spPr>
            <a:xfrm>
              <a:off x="6341164" y="1146946"/>
              <a:ext cx="0" cy="3836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xmlns="" id="{9A7E2FFA-2B74-434D-96E2-4050C61B1932}"/>
                </a:ext>
              </a:extLst>
            </p:cNvPr>
            <p:cNvCxnSpPr/>
            <p:nvPr/>
          </p:nvCxnSpPr>
          <p:spPr>
            <a:xfrm>
              <a:off x="8156714" y="1099612"/>
              <a:ext cx="0" cy="3836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xmlns="" id="{1F9E166D-EA1F-4F8B-A177-4DFA18956F0A}"/>
                </a:ext>
              </a:extLst>
            </p:cNvPr>
            <p:cNvCxnSpPr>
              <a:cxnSpLocks/>
            </p:cNvCxnSpPr>
            <p:nvPr/>
          </p:nvCxnSpPr>
          <p:spPr>
            <a:xfrm>
              <a:off x="2782957" y="1086678"/>
              <a:ext cx="537375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xmlns="" id="{92440450-596A-4230-8DAC-4EC97C857448}"/>
                </a:ext>
              </a:extLst>
            </p:cNvPr>
            <p:cNvCxnSpPr/>
            <p:nvPr/>
          </p:nvCxnSpPr>
          <p:spPr>
            <a:xfrm flipH="1">
              <a:off x="8494643" y="1749287"/>
              <a:ext cx="6758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xmlns="" id="{51FDF145-D0C2-4725-AAAE-88795FEC60F9}"/>
                </a:ext>
              </a:extLst>
            </p:cNvPr>
            <p:cNvCxnSpPr/>
            <p:nvPr/>
          </p:nvCxnSpPr>
          <p:spPr>
            <a:xfrm flipH="1">
              <a:off x="8488015" y="1901687"/>
              <a:ext cx="6758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xmlns="" id="{E94AC60B-2DAA-4C14-B3AD-3F5DA4696EBB}"/>
                </a:ext>
              </a:extLst>
            </p:cNvPr>
            <p:cNvCxnSpPr/>
            <p:nvPr/>
          </p:nvCxnSpPr>
          <p:spPr>
            <a:xfrm flipH="1">
              <a:off x="8501268" y="2080591"/>
              <a:ext cx="6758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xmlns="" id="{3EB1BB52-9331-4DFB-9D74-9DDE4903739E}"/>
                </a:ext>
              </a:extLst>
            </p:cNvPr>
            <p:cNvCxnSpPr/>
            <p:nvPr/>
          </p:nvCxnSpPr>
          <p:spPr>
            <a:xfrm flipH="1">
              <a:off x="8501269" y="2232992"/>
              <a:ext cx="6758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xmlns="" id="{29C28603-33AC-4AC3-BD47-725AE266DCD2}"/>
                </a:ext>
              </a:extLst>
            </p:cNvPr>
            <p:cNvCxnSpPr/>
            <p:nvPr/>
          </p:nvCxnSpPr>
          <p:spPr>
            <a:xfrm flipH="1">
              <a:off x="8501270" y="2425148"/>
              <a:ext cx="6758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xmlns="" id="{4C7C1279-370B-4487-8452-332CEA67428B}"/>
                </a:ext>
              </a:extLst>
            </p:cNvPr>
            <p:cNvCxnSpPr/>
            <p:nvPr/>
          </p:nvCxnSpPr>
          <p:spPr>
            <a:xfrm>
              <a:off x="9200321" y="1749287"/>
              <a:ext cx="0" cy="675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02345861-EE84-4081-B239-AF227FAD207D}"/>
                </a:ext>
              </a:extLst>
            </p:cNvPr>
            <p:cNvSpPr txBox="1"/>
            <p:nvPr/>
          </p:nvSpPr>
          <p:spPr>
            <a:xfrm>
              <a:off x="291548" y="3209294"/>
              <a:ext cx="804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 rows</a:t>
              </a:r>
              <a:endParaRPr lang="en-IN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32C2F899-A185-4417-A942-96F2AC8151D5}"/>
                </a:ext>
              </a:extLst>
            </p:cNvPr>
            <p:cNvSpPr txBox="1"/>
            <p:nvPr/>
          </p:nvSpPr>
          <p:spPr>
            <a:xfrm>
              <a:off x="3737113" y="675862"/>
              <a:ext cx="11429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 columns</a:t>
              </a:r>
              <a:endParaRPr lang="en-IN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46FC19A0-1D6A-4CF8-BC07-3E197C72C4E1}"/>
                </a:ext>
              </a:extLst>
            </p:cNvPr>
            <p:cNvSpPr txBox="1"/>
            <p:nvPr/>
          </p:nvSpPr>
          <p:spPr>
            <a:xfrm>
              <a:off x="9418461" y="1855302"/>
              <a:ext cx="804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 rows</a:t>
              </a:r>
              <a:endParaRPr lang="en-IN" dirty="0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4BA9D129-87EF-CAB7-2A18-5DCC4213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630435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Another Three Dimensional Array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73884B6A-334B-4307-8A9E-C422613FEE72}"/>
              </a:ext>
            </a:extLst>
          </p:cNvPr>
          <p:cNvSpPr txBox="1"/>
          <p:nvPr/>
        </p:nvSpPr>
        <p:spPr>
          <a:xfrm>
            <a:off x="318050" y="1216030"/>
            <a:ext cx="106282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3DArray: 2x3x4: </a:t>
            </a:r>
          </a:p>
          <a:p>
            <a:r>
              <a:rPr lang="en-IN" sz="2400" dirty="0"/>
              <a:t>{ </a:t>
            </a:r>
          </a:p>
          <a:p>
            <a:r>
              <a:rPr lang="en-IN" sz="2400" dirty="0"/>
              <a:t>  {	</a:t>
            </a:r>
          </a:p>
          <a:p>
            <a:r>
              <a:rPr lang="en-IN" sz="2400" dirty="0"/>
              <a:t>	{1,2,3,4}, {5,6,7,8}, {9,10,11,12} </a:t>
            </a:r>
          </a:p>
          <a:p>
            <a:r>
              <a:rPr lang="en-IN" sz="2400" dirty="0"/>
              <a:t>  }, </a:t>
            </a:r>
          </a:p>
          <a:p>
            <a:r>
              <a:rPr lang="en-IN" sz="2400" dirty="0"/>
              <a:t>  { 	</a:t>
            </a:r>
          </a:p>
          <a:p>
            <a:r>
              <a:rPr lang="en-IN" sz="2400" dirty="0"/>
              <a:t>	{13,14,15,16}, {17,18,19,20}, {21,22,23,24} </a:t>
            </a:r>
          </a:p>
          <a:p>
            <a:r>
              <a:rPr lang="en-IN" sz="2400" dirty="0"/>
              <a:t>  } </a:t>
            </a:r>
          </a:p>
          <a:p>
            <a:r>
              <a:rPr lang="en-IN" sz="2400" dirty="0"/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B6A288A4-FA37-1DB9-6940-ABCFE2183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051342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Another Three Dimensional Array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4F89F36-9997-43CE-B64C-05F2DA17CE42}"/>
              </a:ext>
            </a:extLst>
          </p:cNvPr>
          <p:cNvSpPr txBox="1"/>
          <p:nvPr/>
        </p:nvSpPr>
        <p:spPr>
          <a:xfrm>
            <a:off x="839201" y="941019"/>
            <a:ext cx="810601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2 rows, 3 columns, 4 rows</a:t>
            </a:r>
          </a:p>
          <a:p>
            <a:endParaRPr lang="en-IN" sz="2400" b="1" dirty="0"/>
          </a:p>
          <a:p>
            <a:r>
              <a:rPr lang="en-IN" sz="2400" b="1" dirty="0"/>
              <a:t>	   	0 		1 		2</a:t>
            </a:r>
          </a:p>
          <a:p>
            <a:r>
              <a:rPr lang="en-IN" sz="2400" b="1" dirty="0"/>
              <a:t>	-------------------------------------------------------</a:t>
            </a:r>
          </a:p>
          <a:p>
            <a:r>
              <a:rPr lang="en-IN" sz="2400" b="1" dirty="0"/>
              <a:t>0	[0]	1		5		9</a:t>
            </a:r>
          </a:p>
          <a:p>
            <a:r>
              <a:rPr lang="en-IN" sz="2400" b="1" dirty="0"/>
              <a:t>	[1]	2		6		10</a:t>
            </a:r>
          </a:p>
          <a:p>
            <a:r>
              <a:rPr lang="en-IN" sz="2400" b="1" dirty="0"/>
              <a:t>	[2]	3		7		11</a:t>
            </a:r>
          </a:p>
          <a:p>
            <a:r>
              <a:rPr lang="en-IN" sz="2400" b="1" dirty="0"/>
              <a:t>	[3]	4		8		12</a:t>
            </a:r>
          </a:p>
          <a:p>
            <a:endParaRPr lang="en-IN" sz="2400" b="1" dirty="0"/>
          </a:p>
          <a:p>
            <a:r>
              <a:rPr lang="en-IN" sz="2400" b="1" dirty="0"/>
              <a:t>1	[0]	13		17		21</a:t>
            </a:r>
          </a:p>
          <a:p>
            <a:r>
              <a:rPr lang="en-IN" sz="2400" b="1" dirty="0"/>
              <a:t>	[1]	14		18		22</a:t>
            </a:r>
          </a:p>
          <a:p>
            <a:r>
              <a:rPr lang="en-IN" sz="2400" b="1" dirty="0"/>
              <a:t>	[2]	15		19		23</a:t>
            </a:r>
          </a:p>
          <a:p>
            <a:r>
              <a:rPr lang="en-IN" sz="2400" b="1" dirty="0"/>
              <a:t>	[3]	16		20		24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A68D41C6-8A73-B04B-4CEE-7A477AB4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652531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Three Dimensional Array Example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6D824424-9C5F-4070-82DF-A7A0C9CC52FD}"/>
              </a:ext>
            </a:extLst>
          </p:cNvPr>
          <p:cNvSpPr txBox="1"/>
          <p:nvPr/>
        </p:nvSpPr>
        <p:spPr>
          <a:xfrm>
            <a:off x="957468" y="596279"/>
            <a:ext cx="612913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b="1" dirty="0"/>
              <a:t>// IIIDArrayEx1.java</a:t>
            </a:r>
          </a:p>
          <a:p>
            <a:r>
              <a:rPr lang="en-IN" sz="1900" b="1" dirty="0"/>
              <a:t>class IIIDArrayEx1 {</a:t>
            </a:r>
          </a:p>
          <a:p>
            <a:r>
              <a:rPr lang="en-IN" sz="1900" b="1" dirty="0"/>
              <a:t>	public static void main(String rags[]) {</a:t>
            </a:r>
          </a:p>
          <a:p>
            <a:r>
              <a:rPr lang="en-IN" sz="1900" b="1" dirty="0"/>
              <a:t>	</a:t>
            </a:r>
          </a:p>
          <a:p>
            <a:r>
              <a:rPr lang="en-IN" sz="1900" b="1" dirty="0"/>
              <a:t>		int </a:t>
            </a:r>
            <a:r>
              <a:rPr lang="en-IN" sz="1900" b="1" dirty="0" err="1"/>
              <a:t>i</a:t>
            </a:r>
            <a:r>
              <a:rPr lang="en-IN" sz="1900" b="1" dirty="0"/>
              <a:t>[][][]=new int[2][3][4];</a:t>
            </a:r>
          </a:p>
          <a:p>
            <a:r>
              <a:rPr lang="en-IN" sz="1900" b="1" dirty="0"/>
              <a:t>		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[0][0][0]=1;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[0][0][1]=2;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[0][0][2]=3;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[0][0][3]=4;</a:t>
            </a:r>
          </a:p>
          <a:p>
            <a:r>
              <a:rPr lang="en-IN" sz="1900" b="1" dirty="0"/>
              <a:t>		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[0][1][0]=5;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[0][1][1]=6;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[0][1][2]=7;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[0][1][3]=8;</a:t>
            </a:r>
          </a:p>
          <a:p>
            <a:r>
              <a:rPr lang="en-IN" sz="1900" b="1" dirty="0"/>
              <a:t>		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[0][2][0]=9;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[0][2][1]=10;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[0][2][2]=11;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[0][2][3]=12;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6C2ED6B-596C-3529-1862-156C382D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6278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Three Dimensional Array Example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A866248-2002-4BC6-B188-64CB2A30FF30}"/>
              </a:ext>
            </a:extLst>
          </p:cNvPr>
          <p:cNvSpPr txBox="1"/>
          <p:nvPr/>
        </p:nvSpPr>
        <p:spPr>
          <a:xfrm>
            <a:off x="621850" y="902523"/>
            <a:ext cx="612913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[1][0][0]=13;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[1][0][1]=14;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[1][0][2]=15;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[1][0][3]=16;</a:t>
            </a:r>
          </a:p>
          <a:p>
            <a:r>
              <a:rPr lang="en-IN" sz="1900" b="1" dirty="0"/>
              <a:t>		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[1][1][0]=17;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[1][1][1]=18;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[1][1][2]=19;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[1][1][3]=20;</a:t>
            </a:r>
          </a:p>
          <a:p>
            <a:r>
              <a:rPr lang="en-IN" sz="1900" b="1" dirty="0"/>
              <a:t>		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[1][2][0]=21;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[1][2][1]=22;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[1][2][2]=23;</a:t>
            </a:r>
          </a:p>
          <a:p>
            <a:r>
              <a:rPr lang="en-IN" sz="1900" b="1" dirty="0"/>
              <a:t>		</a:t>
            </a:r>
            <a:r>
              <a:rPr lang="en-IN" sz="1900" b="1" dirty="0" err="1"/>
              <a:t>i</a:t>
            </a:r>
            <a:r>
              <a:rPr lang="en-IN" sz="1900" b="1" dirty="0"/>
              <a:t>[1][2][3]=24;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B10457C2-085E-A877-3B3F-4C6A77DFD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974837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Three Dimensional Array Example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C239FDE-CFB5-49C9-B5E5-66F520540852}"/>
              </a:ext>
            </a:extLst>
          </p:cNvPr>
          <p:cNvSpPr txBox="1"/>
          <p:nvPr/>
        </p:nvSpPr>
        <p:spPr>
          <a:xfrm>
            <a:off x="702365" y="737372"/>
            <a:ext cx="88221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System.out.println("*********************************");</a:t>
            </a:r>
          </a:p>
          <a:p>
            <a:r>
              <a:rPr lang="en-IN" sz="1600" b="1" dirty="0"/>
              <a:t>	int len1=</a:t>
            </a:r>
            <a:r>
              <a:rPr lang="en-IN" sz="1600" b="1" dirty="0" err="1"/>
              <a:t>i.length</a:t>
            </a:r>
            <a:r>
              <a:rPr lang="en-IN" sz="1600" b="1" dirty="0"/>
              <a:t>; // 2 rows</a:t>
            </a:r>
          </a:p>
          <a:p>
            <a:r>
              <a:rPr lang="en-IN" sz="1600" b="1" dirty="0"/>
              <a:t>		</a:t>
            </a:r>
          </a:p>
          <a:p>
            <a:r>
              <a:rPr lang="en-IN" sz="1600" b="1" dirty="0"/>
              <a:t>	for(int j=0;j&lt;len1;j++) { // 2 times iterate</a:t>
            </a:r>
          </a:p>
          <a:p>
            <a:r>
              <a:rPr lang="en-IN" sz="1600" b="1" dirty="0"/>
              <a:t>		int len2=</a:t>
            </a:r>
            <a:r>
              <a:rPr lang="en-IN" sz="1600" b="1" dirty="0" err="1"/>
              <a:t>i</a:t>
            </a:r>
            <a:r>
              <a:rPr lang="en-IN" sz="1600" b="1" dirty="0"/>
              <a:t>[j].length; </a:t>
            </a:r>
          </a:p>
          <a:p>
            <a:r>
              <a:rPr lang="en-IN" sz="1600" b="1" dirty="0"/>
              <a:t>		// </a:t>
            </a:r>
            <a:r>
              <a:rPr lang="en-IN" sz="1600" b="1" dirty="0" err="1"/>
              <a:t>i</a:t>
            </a:r>
            <a:r>
              <a:rPr lang="en-IN" sz="1600" b="1" dirty="0"/>
              <a:t>[j] row no, first iteration </a:t>
            </a:r>
            <a:r>
              <a:rPr lang="en-IN" sz="1600" b="1" dirty="0" err="1"/>
              <a:t>i</a:t>
            </a:r>
            <a:r>
              <a:rPr lang="en-IN" sz="1600" b="1" dirty="0"/>
              <a:t>[0], second iteration </a:t>
            </a:r>
            <a:r>
              <a:rPr lang="en-IN" sz="1600" b="1" dirty="0" err="1"/>
              <a:t>i</a:t>
            </a:r>
            <a:r>
              <a:rPr lang="en-IN" sz="1600" b="1" dirty="0"/>
              <a:t>[1], </a:t>
            </a:r>
            <a:r>
              <a:rPr lang="en-IN" sz="1600" b="1" dirty="0" err="1"/>
              <a:t>i</a:t>
            </a:r>
            <a:r>
              <a:rPr lang="en-IN" sz="1600" b="1" dirty="0"/>
              <a:t>[j].length gives 3 columns</a:t>
            </a:r>
          </a:p>
          <a:p>
            <a:endParaRPr lang="en-IN" sz="1600" b="1" dirty="0"/>
          </a:p>
          <a:p>
            <a:r>
              <a:rPr lang="en-IN" sz="1600" b="1" dirty="0"/>
              <a:t>		for(int k=0;k&lt;len2;k++) { // 3 times iterate</a:t>
            </a:r>
          </a:p>
          <a:p>
            <a:pPr lvl="2"/>
            <a:r>
              <a:rPr lang="en-IN" sz="1600" b="1" dirty="0"/>
              <a:t>		int len3=</a:t>
            </a:r>
            <a:r>
              <a:rPr lang="en-IN" sz="1600" b="1" dirty="0" err="1"/>
              <a:t>i</a:t>
            </a:r>
            <a:r>
              <a:rPr lang="en-IN" sz="1600" b="1" dirty="0"/>
              <a:t>[j][k].length; </a:t>
            </a:r>
          </a:p>
          <a:p>
            <a:pPr lvl="2"/>
            <a:r>
              <a:rPr lang="en-IN" sz="1600" b="1" dirty="0"/>
              <a:t>		// </a:t>
            </a:r>
            <a:r>
              <a:rPr lang="en-IN" sz="1600" b="1" dirty="0" err="1"/>
              <a:t>i</a:t>
            </a:r>
            <a:r>
              <a:rPr lang="en-IN" sz="1600" b="1" dirty="0"/>
              <a:t>[j][k] means 0 row, 0 column in first </a:t>
            </a:r>
            <a:r>
              <a:rPr lang="en-IN" sz="1600" b="1" dirty="0" err="1"/>
              <a:t>itreation</a:t>
            </a:r>
            <a:r>
              <a:rPr lang="en-IN" sz="1600" b="1" dirty="0"/>
              <a:t> gives 4 rows</a:t>
            </a:r>
          </a:p>
          <a:p>
            <a:pPr lvl="2"/>
            <a:endParaRPr lang="en-IN" sz="1600" b="1" dirty="0"/>
          </a:p>
          <a:p>
            <a:pPr lvl="2"/>
            <a:r>
              <a:rPr lang="en-IN" sz="1600" b="1" dirty="0"/>
              <a:t>			for(int m=0;m&lt;len3;m++) { // 4 iterate</a:t>
            </a:r>
          </a:p>
          <a:p>
            <a:pPr lvl="3"/>
            <a:r>
              <a:rPr lang="en-IN" sz="1600" b="1" dirty="0"/>
              <a:t>				</a:t>
            </a:r>
            <a:r>
              <a:rPr lang="en-IN" sz="1600" b="1" dirty="0" err="1"/>
              <a:t>System.out.print</a:t>
            </a:r>
            <a:r>
              <a:rPr lang="en-IN" sz="1600" b="1" dirty="0"/>
              <a:t>(</a:t>
            </a:r>
            <a:r>
              <a:rPr lang="en-IN" sz="1600" b="1" dirty="0" err="1"/>
              <a:t>i</a:t>
            </a:r>
            <a:r>
              <a:rPr lang="en-IN" sz="1600" b="1" dirty="0"/>
              <a:t>[j][k][m]+"  ");</a:t>
            </a:r>
          </a:p>
          <a:p>
            <a:pPr lvl="2"/>
            <a:r>
              <a:rPr lang="en-IN" sz="1600" b="1" dirty="0"/>
              <a:t>			}</a:t>
            </a:r>
          </a:p>
          <a:p>
            <a:pPr lvl="2"/>
            <a:r>
              <a:rPr lang="en-IN" sz="1600" b="1" dirty="0"/>
              <a:t>			</a:t>
            </a:r>
            <a:r>
              <a:rPr lang="en-IN" sz="1600" b="1" dirty="0" err="1"/>
              <a:t>System.out.print</a:t>
            </a:r>
            <a:r>
              <a:rPr lang="en-IN" sz="1600" b="1" dirty="0"/>
              <a:t>(“\t");</a:t>
            </a:r>
          </a:p>
          <a:p>
            <a:pPr lvl="2"/>
            <a:r>
              <a:rPr lang="en-IN" sz="1600" b="1" dirty="0"/>
              <a:t>	}</a:t>
            </a:r>
          </a:p>
          <a:p>
            <a:r>
              <a:rPr lang="en-IN" sz="1600" b="1" dirty="0"/>
              <a:t>		System.out.println();</a:t>
            </a:r>
          </a:p>
          <a:p>
            <a:r>
              <a:rPr lang="en-IN" sz="1600" b="1" dirty="0"/>
              <a:t>	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9BA0976E-89CF-B0F9-2A2C-075137DDA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656670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CDE3D9-0B21-4D8D-A564-A4E4F4ECF5B0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A446737-F293-42BF-8771-D6E55FCE53C3}"/>
                </a:ext>
              </a:extLst>
            </p:cNvPr>
            <p:cNvSpPr/>
            <p:nvPr/>
          </p:nvSpPr>
          <p:spPr>
            <a:xfrm>
              <a:off x="9524478" y="3892216"/>
              <a:ext cx="2667522" cy="2965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F1DE234E-2274-4FC8-931E-288A5A166015}"/>
                </a:ext>
              </a:extLst>
            </p:cNvPr>
            <p:cNvSpPr/>
            <p:nvPr/>
          </p:nvSpPr>
          <p:spPr>
            <a:xfrm>
              <a:off x="3266662" y="0"/>
              <a:ext cx="5850834" cy="519727"/>
            </a:xfrm>
            <a:prstGeom prst="rect">
              <a:avLst/>
            </a:prstGeom>
            <a:gradFill>
              <a:gsLst>
                <a:gs pos="2372">
                  <a:srgbClr val="FF0040"/>
                </a:gs>
                <a:gs pos="37053">
                  <a:srgbClr val="FF0071"/>
                </a:gs>
                <a:gs pos="99150">
                  <a:srgbClr val="FF00A2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Three Dimensional Array Example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xmlns="" id="{B7C1728C-187B-43E2-B374-3C8C140D2454}"/>
                </a:ext>
              </a:extLst>
            </p:cNvPr>
            <p:cNvSpPr/>
            <p:nvPr/>
          </p:nvSpPr>
          <p:spPr>
            <a:xfrm>
              <a:off x="0" y="6250405"/>
              <a:ext cx="6341165" cy="607594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xmlns="" id="{90DD2B8C-EB32-44D4-837F-B0B6A860067F}"/>
                </a:ext>
              </a:extLst>
            </p:cNvPr>
            <p:cNvSpPr/>
            <p:nvPr/>
          </p:nvSpPr>
          <p:spPr>
            <a:xfrm flipV="1">
              <a:off x="-1" y="-1"/>
              <a:ext cx="1678406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1B7530A7-B5FE-4BE1-9BB7-DEEB156359BD}"/>
                </a:ext>
              </a:extLst>
            </p:cNvPr>
            <p:cNvSpPr/>
            <p:nvPr/>
          </p:nvSpPr>
          <p:spPr>
            <a:xfrm flipH="1">
              <a:off x="6341164" y="6160168"/>
              <a:ext cx="5850835" cy="697832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8D0E11FF-8E9C-4B36-AA58-488E4C0ADFB3}"/>
                </a:ext>
              </a:extLst>
            </p:cNvPr>
            <p:cNvSpPr/>
            <p:nvPr/>
          </p:nvSpPr>
          <p:spPr>
            <a:xfrm flipH="1" flipV="1">
              <a:off x="10513594" y="0"/>
              <a:ext cx="1678405" cy="1530626"/>
            </a:xfrm>
            <a:prstGeom prst="rtTriangle">
              <a:avLst/>
            </a:prstGeom>
            <a:gradFill>
              <a:gsLst>
                <a:gs pos="0">
                  <a:srgbClr val="8016EF"/>
                </a:gs>
                <a:gs pos="52282">
                  <a:srgbClr val="6761F7"/>
                </a:gs>
                <a:gs pos="100000">
                  <a:srgbClr val="4FACFE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A601BD45-3342-4071-863C-308B5433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2032" y="48127"/>
              <a:ext cx="663754" cy="726492"/>
            </a:xfrm>
            <a:prstGeom prst="roundRect">
              <a:avLst>
                <a:gd name="adj" fmla="val 2010"/>
              </a:avLst>
            </a:prstGeom>
            <a:ln>
              <a:solidFill>
                <a:srgbClr val="C000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BB746E9-601D-4E3F-B401-1C09237E8342}"/>
              </a:ext>
            </a:extLst>
          </p:cNvPr>
          <p:cNvSpPr txBox="1"/>
          <p:nvPr/>
        </p:nvSpPr>
        <p:spPr>
          <a:xfrm>
            <a:off x="1020417" y="954089"/>
            <a:ext cx="813352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System.out.println("*********************************");</a:t>
            </a:r>
          </a:p>
          <a:p>
            <a:r>
              <a:rPr lang="en-IN" b="1" dirty="0"/>
              <a:t>		</a:t>
            </a:r>
          </a:p>
          <a:p>
            <a:r>
              <a:rPr lang="en-IN" b="1" dirty="0"/>
              <a:t>	for(int j[][]:</a:t>
            </a:r>
            <a:r>
              <a:rPr lang="en-IN" b="1" dirty="0" err="1"/>
              <a:t>i</a:t>
            </a:r>
            <a:r>
              <a:rPr lang="en-IN" b="1" dirty="0"/>
              <a:t>) { // j[] 2 rows comes</a:t>
            </a:r>
          </a:p>
          <a:p>
            <a:r>
              <a:rPr lang="en-IN" b="1" dirty="0"/>
              <a:t>		for(int k[]:j) { // k[] 3 columns comes</a:t>
            </a:r>
          </a:p>
          <a:p>
            <a:r>
              <a:rPr lang="en-IN" b="1" dirty="0"/>
              <a:t>			for(int m:k) { // m[] 4 rows comes</a:t>
            </a:r>
          </a:p>
          <a:p>
            <a:r>
              <a:rPr lang="en-IN" b="1" dirty="0"/>
              <a:t>				</a:t>
            </a:r>
            <a:r>
              <a:rPr lang="en-IN" b="1" dirty="0" err="1"/>
              <a:t>System.out.print</a:t>
            </a:r>
            <a:r>
              <a:rPr lang="en-IN" b="1" dirty="0"/>
              <a:t>(m+"  ");</a:t>
            </a:r>
          </a:p>
          <a:p>
            <a:r>
              <a:rPr lang="en-IN" b="1" dirty="0"/>
              <a:t>			}</a:t>
            </a:r>
          </a:p>
          <a:p>
            <a:r>
              <a:rPr lang="en-IN" b="1" dirty="0"/>
              <a:t>			</a:t>
            </a:r>
            <a:r>
              <a:rPr lang="en-IN" b="1" dirty="0" err="1"/>
              <a:t>System.out.print</a:t>
            </a:r>
            <a:r>
              <a:rPr lang="en-IN" b="1" dirty="0"/>
              <a:t>("\t");</a:t>
            </a:r>
          </a:p>
          <a:p>
            <a:r>
              <a:rPr lang="en-IN" b="1" dirty="0"/>
              <a:t>		}</a:t>
            </a:r>
          </a:p>
          <a:p>
            <a:r>
              <a:rPr lang="en-IN" b="1" dirty="0"/>
              <a:t>		System.out.println();</a:t>
            </a:r>
          </a:p>
          <a:p>
            <a:r>
              <a:rPr lang="en-IN" b="1" dirty="0"/>
              <a:t>	}</a:t>
            </a:r>
          </a:p>
          <a:p>
            <a:r>
              <a:rPr lang="en-IN" b="1" dirty="0"/>
              <a:t>	System.out.println("*********************************");</a:t>
            </a:r>
          </a:p>
          <a:p>
            <a:r>
              <a:rPr lang="en-IN" b="1" dirty="0"/>
              <a:t>	</a:t>
            </a:r>
          </a:p>
          <a:p>
            <a:r>
              <a:rPr lang="en-IN" b="1" dirty="0"/>
              <a:t>  } // main()</a:t>
            </a:r>
          </a:p>
          <a:p>
            <a:r>
              <a:rPr lang="en-IN" b="1" dirty="0"/>
              <a:t>} </a:t>
            </a:r>
            <a:r>
              <a:rPr lang="en-IN" b="1"/>
              <a:t>// class</a:t>
            </a:r>
            <a:endParaRPr lang="en-IN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9C11FDDD-65BA-4109-9352-71BCBF3B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132938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512</Words>
  <Application>Microsoft Office PowerPoint</Application>
  <PresentationFormat>Custom</PresentationFormat>
  <Paragraphs>336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dell1</cp:lastModifiedBy>
  <cp:revision>34</cp:revision>
  <dcterms:created xsi:type="dcterms:W3CDTF">2021-09-13T09:22:41Z</dcterms:created>
  <dcterms:modified xsi:type="dcterms:W3CDTF">2024-09-13T08:13:15Z</dcterms:modified>
</cp:coreProperties>
</file>