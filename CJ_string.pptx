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90033"/>
    <a:srgbClr val="003F66"/>
    <a:srgbClr val="0000FF"/>
    <a:srgbClr val="3399FF"/>
    <a:srgbClr val="FF9933"/>
    <a:srgbClr val="FF5050"/>
    <a:srgbClr val="F105D3"/>
    <a:srgbClr val="902B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7" autoAdjust="0"/>
    <p:restoredTop sz="94660"/>
  </p:normalViewPr>
  <p:slideViewPr>
    <p:cSldViewPr snapToGrid="0">
      <p:cViewPr>
        <p:scale>
          <a:sx n="95" d="100"/>
          <a:sy n="95" d="100"/>
        </p:scale>
        <p:origin x="-1194" y="-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57030-8FD7-4CE3-896E-69EF44923A20}" type="datetimeFigureOut">
              <a:rPr lang="en-IN" smtClean="0"/>
              <a:pPr/>
              <a:t>24-03-2025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AC390-88BD-4634-9682-A1B39BC14FA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3227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268BA-58A0-4DAB-B1E9-F482C63CCD35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9557B-87DB-4CF8-A49D-F3B54FBD2A9D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8925-9525-466A-84C5-CF199C11191B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B652-6E0D-48A3-9DDA-A62CA73CDDE8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FF663-8FA3-48A5-AED6-3D3FB17AA3D7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75AF-B912-4162-ACD3-608F0AF838CC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C942-27DE-41F7-9C3C-831F0B2135C0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5A28-B653-4AF7-9EF4-F851D600CF16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B576-33B6-41B3-8FC3-216EBA0FED14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5D251-313E-4A0E-9EE9-FE5F0F09F500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84B64-05FB-4E82-B4F5-D377CCCE070A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A8E50-4B49-47AD-B615-CCB7FB8E0BAE}" type="datetime1">
              <a:rPr lang="en-US" smtClean="0"/>
              <a:pPr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=""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=""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=""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=""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String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=""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=""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777305" y="1444413"/>
            <a:ext cx="840486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6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String,</a:t>
            </a:r>
          </a:p>
          <a:p>
            <a:pPr algn="just"/>
            <a:r>
              <a:rPr lang="en-US" sz="6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StringBuffer, </a:t>
            </a:r>
          </a:p>
          <a:p>
            <a:pPr algn="just"/>
            <a:r>
              <a:rPr lang="en-US" sz="6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StringBuilder </a:t>
            </a:r>
            <a:r>
              <a:rPr 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classes in Java</a:t>
            </a:r>
            <a:endParaRPr lang="en-US" sz="6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E95EDEB9-39EB-6ED0-E6F2-BC4F0A3CF81B}"/>
              </a:ext>
            </a:extLst>
          </p:cNvPr>
          <p:cNvSpPr/>
          <p:nvPr/>
        </p:nvSpPr>
        <p:spPr>
          <a:xfrm>
            <a:off x="3173506" y="5069541"/>
            <a:ext cx="3173506" cy="1008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Part - I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135343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=""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=""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=""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=""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String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=""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=""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624903" y="1471307"/>
            <a:ext cx="107805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4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immutable,</a:t>
            </a:r>
          </a:p>
          <a:p>
            <a:pPr algn="just"/>
            <a:r>
              <a:rPr lang="en-US" sz="4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StringBuffer </a:t>
            </a:r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mutable, thread-safe </a:t>
            </a:r>
          </a:p>
          <a:p>
            <a:pPr algn="just"/>
            <a:r>
              <a:rPr lang="en-US" sz="4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StringBuilder</a:t>
            </a:r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immutable, non-thread-safe</a:t>
            </a:r>
          </a:p>
        </p:txBody>
      </p:sp>
    </p:spTree>
    <p:extLst>
      <p:ext uri="{BB962C8B-B14F-4D97-AF65-F5344CB8AC3E}">
        <p14:creationId xmlns:p14="http://schemas.microsoft.com/office/powerpoint/2010/main" xmlns="" val="2100652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=""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=""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=""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=""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String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=""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=""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1408771" y="1471307"/>
            <a:ext cx="92127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final class String extends Object </a:t>
            </a:r>
          </a:p>
          <a:p>
            <a:pPr algn="just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implements Serializable, Comparable,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CharSequence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algn="just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DC70AE9-A001-685B-9C49-240B75D1787D}"/>
              </a:ext>
            </a:extLst>
          </p:cNvPr>
          <p:cNvSpPr txBox="1"/>
          <p:nvPr/>
        </p:nvSpPr>
        <p:spPr>
          <a:xfrm>
            <a:off x="1219617" y="3169465"/>
            <a:ext cx="79243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990033"/>
                </a:solidFill>
              </a:rPr>
              <a:t>Object is super classes to all java classes, override equals(), hashCode(), </a:t>
            </a:r>
            <a:r>
              <a:rPr lang="en-IN" dirty="0" err="1">
                <a:solidFill>
                  <a:srgbClr val="990033"/>
                </a:solidFill>
              </a:rPr>
              <a:t>toString</a:t>
            </a:r>
            <a:r>
              <a:rPr lang="en-IN" dirty="0">
                <a:solidFill>
                  <a:srgbClr val="990033"/>
                </a:solidFill>
              </a:rPr>
              <a:t>() methods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990033"/>
                </a:solidFill>
              </a:rPr>
              <a:t>Because implemented from Serializable the String object's state can be moved from one location to another location in n/w, over distributed machines (through Socket Programming, RMI, EJB, CORBA, SOAP, REST)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990033"/>
                </a:solidFill>
              </a:rPr>
              <a:t>Because of Comparable the String objects are natural sorted while adding into TreeSet and </a:t>
            </a:r>
            <a:r>
              <a:rPr lang="en-IN" dirty="0" err="1">
                <a:solidFill>
                  <a:srgbClr val="990033"/>
                </a:solidFill>
              </a:rPr>
              <a:t>TreeMap</a:t>
            </a:r>
            <a:endParaRPr lang="en-IN" dirty="0">
              <a:solidFill>
                <a:srgbClr val="990033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990033"/>
                </a:solidFill>
              </a:rPr>
              <a:t>Because implements from </a:t>
            </a:r>
            <a:r>
              <a:rPr lang="en-IN" dirty="0" err="1">
                <a:solidFill>
                  <a:srgbClr val="990033"/>
                </a:solidFill>
              </a:rPr>
              <a:t>CharSequence</a:t>
            </a:r>
            <a:r>
              <a:rPr lang="en-IN" dirty="0">
                <a:solidFill>
                  <a:srgbClr val="990033"/>
                </a:solidFill>
              </a:rPr>
              <a:t> represents 16-bit chars in sequence</a:t>
            </a:r>
          </a:p>
        </p:txBody>
      </p:sp>
    </p:spTree>
    <p:extLst>
      <p:ext uri="{BB962C8B-B14F-4D97-AF65-F5344CB8AC3E}">
        <p14:creationId xmlns:p14="http://schemas.microsoft.com/office/powerpoint/2010/main" xmlns="" val="104859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=""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=""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=""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=""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String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=""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=""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FFC130B7-20C8-FD02-33B8-A58BF58E9E9D}"/>
              </a:ext>
            </a:extLst>
          </p:cNvPr>
          <p:cNvSpPr txBox="1"/>
          <p:nvPr/>
        </p:nvSpPr>
        <p:spPr>
          <a:xfrm>
            <a:off x="482681" y="957137"/>
            <a:ext cx="9628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String is a fixed length char array.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Though String is a data type, it is a class unlike byte, short, int, long, float, double, boolean &amp; char primitive data types.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It is a secondary data type (arrays and classes are secondary data types).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String internal representation is char array.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If we store ActiveNET in String (String str="ActiveNET"), A is stored @ 0th index, c is stored @ 1 index so on like that up-to T is stored in index 8 because "ActiveNET" is having 9 characters.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011FC2AE-4EEE-8A74-3D94-7623E7309765}"/>
              </a:ext>
            </a:extLst>
          </p:cNvPr>
          <p:cNvSpPr txBox="1"/>
          <p:nvPr/>
        </p:nvSpPr>
        <p:spPr>
          <a:xfrm>
            <a:off x="1658027" y="4336023"/>
            <a:ext cx="73246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String is a secondary data type, predefined class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It internally represents char array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62162987"/>
              </p:ext>
            </p:extLst>
          </p:nvPr>
        </p:nvGraphicFramePr>
        <p:xfrm>
          <a:off x="763338" y="5204726"/>
          <a:ext cx="812799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25230"/>
                <a:gridCol w="625230"/>
                <a:gridCol w="625230"/>
                <a:gridCol w="625230"/>
                <a:gridCol w="625230"/>
                <a:gridCol w="625230"/>
                <a:gridCol w="625230"/>
                <a:gridCol w="625230"/>
                <a:gridCol w="625230"/>
                <a:gridCol w="625230"/>
                <a:gridCol w="625230"/>
                <a:gridCol w="625230"/>
                <a:gridCol w="62523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0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2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3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4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5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6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7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8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9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11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12</a:t>
                      </a:r>
                      <a:endParaRPr lang="en-US" b="0" dirty="0"/>
                    </a:p>
                  </a:txBody>
                  <a:tcPr marT="0" marB="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S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U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r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y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n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r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y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n</a:t>
                      </a:r>
                      <a:endParaRPr lang="en-US" b="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b="0" smtClean="0"/>
                        <a:t>a</a:t>
                      </a:r>
                      <a:endParaRPr lang="en-US" b="0" dirty="0"/>
                    </a:p>
                  </a:txBody>
                  <a:tcPr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0439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=""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=""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=""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=""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String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=""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=""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FFC130B7-20C8-FD02-33B8-A58BF58E9E9D}"/>
              </a:ext>
            </a:extLst>
          </p:cNvPr>
          <p:cNvSpPr txBox="1"/>
          <p:nvPr/>
        </p:nvSpPr>
        <p:spPr>
          <a:xfrm>
            <a:off x="482681" y="957137"/>
            <a:ext cx="76393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u="sng" dirty="0"/>
              <a:t>class object creation syntax: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String class is having 15 constructors.</a:t>
            </a:r>
          </a:p>
          <a:p>
            <a:pPr marL="800100" lvl="1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Ex:</a:t>
            </a:r>
          </a:p>
          <a:p>
            <a:pPr marL="1257300" lvl="2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String str="</a:t>
            </a:r>
            <a:r>
              <a:rPr lang="en-IN" sz="2400" dirty="0" err="1"/>
              <a:t>Anotonio</a:t>
            </a:r>
            <a:r>
              <a:rPr lang="en-IN" sz="2400" dirty="0"/>
              <a:t>";</a:t>
            </a:r>
          </a:p>
          <a:p>
            <a:pPr marL="1257300" lvl="2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String str1=new String(“</a:t>
            </a:r>
            <a:r>
              <a:rPr lang="en-IN" sz="2400" dirty="0" err="1"/>
              <a:t>Rishab</a:t>
            </a:r>
            <a:r>
              <a:rPr lang="en-IN" sz="2400" dirty="0"/>
              <a:t>");</a:t>
            </a:r>
          </a:p>
          <a:p>
            <a:pPr marL="1257300" lvl="2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String str2=“</a:t>
            </a:r>
            <a:r>
              <a:rPr lang="en-IN" sz="2400" dirty="0" err="1"/>
              <a:t>Tarun</a:t>
            </a:r>
            <a:r>
              <a:rPr lang="en-IN" sz="2400" dirty="0"/>
              <a:t>";</a:t>
            </a:r>
          </a:p>
          <a:p>
            <a:pPr marL="1257300" lvl="2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String str3=new String(“Miller");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String(byte b[])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String(byte b[], int offset, int </a:t>
            </a:r>
            <a:r>
              <a:rPr lang="en-IN" sz="2400" dirty="0" err="1"/>
              <a:t>len</a:t>
            </a:r>
            <a:r>
              <a:rPr lang="en-IN" sz="2400" dirty="0"/>
              <a:t>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String(char </a:t>
            </a:r>
            <a:r>
              <a:rPr lang="en-IN" sz="2400" dirty="0" err="1"/>
              <a:t>ch</a:t>
            </a:r>
            <a:r>
              <a:rPr lang="en-IN" sz="2400" dirty="0"/>
              <a:t>[])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String(char </a:t>
            </a:r>
            <a:r>
              <a:rPr lang="en-IN" sz="2400" dirty="0" err="1"/>
              <a:t>ch</a:t>
            </a:r>
            <a:r>
              <a:rPr lang="en-IN" sz="2400" dirty="0"/>
              <a:t>[], int offset, int </a:t>
            </a:r>
            <a:r>
              <a:rPr lang="en-IN" sz="2400" dirty="0" err="1"/>
              <a:t>len</a:t>
            </a:r>
            <a:r>
              <a:rPr lang="en-IN" sz="2400" dirty="0"/>
              <a:t>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String(String str)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</a:t>
            </a:r>
            <a:r>
              <a:rPr lang="en-IN" sz="2400" dirty="0" err="1"/>
              <a:t>StringBuffer</a:t>
            </a:r>
            <a:r>
              <a:rPr lang="en-IN" sz="2400" dirty="0"/>
              <a:t> </a:t>
            </a:r>
            <a:r>
              <a:rPr lang="en-IN" sz="2400" dirty="0" err="1"/>
              <a:t>sb</a:t>
            </a:r>
            <a:r>
              <a:rPr lang="en-IN" sz="2400" dirty="0"/>
              <a:t>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/>
              <a:t>public String(StringBuilder </a:t>
            </a:r>
            <a:r>
              <a:rPr lang="en-IN" sz="2400" dirty="0" err="1"/>
              <a:t>sb</a:t>
            </a:r>
            <a:r>
              <a:rPr lang="en-I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4194740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385</Words>
  <Application>Microsoft Office PowerPoint</Application>
  <PresentationFormat>Custom</PresentationFormat>
  <Paragraphs>73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dell1</cp:lastModifiedBy>
  <cp:revision>51</cp:revision>
  <dcterms:created xsi:type="dcterms:W3CDTF">2021-09-13T09:22:41Z</dcterms:created>
  <dcterms:modified xsi:type="dcterms:W3CDTF">2025-03-24T10:28:16Z</dcterms:modified>
</cp:coreProperties>
</file>