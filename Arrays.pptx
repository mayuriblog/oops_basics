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7" r:id="rId5"/>
    <p:sldId id="274" r:id="rId6"/>
    <p:sldId id="275" r:id="rId7"/>
    <p:sldId id="276" r:id="rId8"/>
    <p:sldId id="277" r:id="rId9"/>
    <p:sldId id="271" r:id="rId10"/>
    <p:sldId id="258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6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4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2B8CC-0CE7-4FCE-9934-0CACCB67E4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770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68703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 </a:t>
            </a:r>
            <a:r>
              <a:rPr lang="en-US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Padmaja</a:t>
            </a:r>
            <a:endParaRPr lang="en-US" sz="3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Dean, Career Development Centre</a:t>
            </a: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IARE</a:t>
            </a:r>
            <a:endParaRPr lang="en-US" sz="3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38200" y="1249333"/>
            <a:ext cx="10672313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data structure that stores multiple values of the same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type in a single variable, instead of declaring separate variables for each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array is a container object that holds a fixed number of elements of a single dat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type.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in an array are indexed, starting from 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new datatype[size];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datatype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= new datatype[size];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03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One-dimensional Array</a:t>
            </a: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endParaRPr lang="en-US" sz="1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all elements are 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initialized 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0.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Two-dimensional Array (Matrix)</a:t>
            </a: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[][] matrix = new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[3][3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endParaRPr lang="en-US" sz="2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Multi-dimensional Array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[][][] cube = new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[2][2][2];</a:t>
            </a:r>
            <a:endParaRPr lang="en-US" sz="25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of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476922"/>
            <a:ext cx="10757139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initialize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array in two ways.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200" b="1" baseline="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alt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Initialization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{1, 2, 3, 4, 5};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Initialization (using loops)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for(</a:t>
            </a:r>
            <a:r>
              <a:rPr lang="en-US" altLang="en-US" sz="2200" baseline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en-US" sz="2200" baseline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2200" baseline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10;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Accessing Array Elements: </a:t>
            </a:r>
            <a:r>
              <a:rPr lang="en-US" altLang="en-US" sz="22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baseline="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[2]);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Length – The property .length gives the number of elements.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Iterating through Arrays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enhanced for-each loop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x: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50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90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Arrays (Matrices)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1010245"/>
            <a:ext cx="10757139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2D array is an array of arrays.</a:t>
            </a:r>
            <a:endParaRPr kumimoji="0" lang="en-US" altLang="en-US" sz="22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matrix = new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[3][3];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matrix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{1, 2, 3},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{4, 5, 6},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{7, 8, 9}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aseline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};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Arrays</a:t>
            </a:r>
            <a:endParaRPr kumimoji="0" lang="en-US" altLang="en-US" sz="2200" b="1" i="0" u="none" strike="noStrike" cap="none" normalizeH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[][][] cube = new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[3][3][3];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Jagged Arrays (Irregular Arrays): A jagged array is a 2D array where rows have different lengths.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[][] jagged = new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[3][];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jagged[0] = new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jagged[1] = new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[4];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jagged[2] = new </a:t>
            </a:r>
            <a:r>
              <a:rPr lang="en-US" altLang="en-US" sz="22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[3];</a:t>
            </a:r>
          </a:p>
        </p:txBody>
      </p:sp>
    </p:spTree>
    <p:extLst>
      <p:ext uri="{BB962C8B-B14F-4D97-AF65-F5344CB8AC3E}">
        <p14:creationId xmlns:p14="http://schemas.microsoft.com/office/powerpoint/2010/main" val="13698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Copying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for loop</a:t>
            </a: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[5];</a:t>
            </a: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</a:t>
            </a: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>
              <a:buNone/>
            </a:pPr>
            <a:endParaRPr lang="en-US" sz="25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System.arraycopy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System.arraycopy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0, copy,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endParaRPr lang="en-US" sz="2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clone()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copy =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arr.clone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5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78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Arrays to Methods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Arrays can be passed to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emthods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just like other objects.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ublic static void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“  ”);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Returning Arrays from Methods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{10, 20, 30};</a:t>
            </a:r>
          </a:p>
          <a:p>
            <a:pPr marL="0" indent="0" algn="just">
              <a:buNone/>
            </a:pP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Anonymous Arrays: used when you don’t want to store the array reference.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printArray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(new </a:t>
            </a:r>
            <a:r>
              <a:rPr lang="en-US" sz="25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{1, 2, 3, 4});</a:t>
            </a:r>
            <a:endParaRPr lang="en-US" sz="25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75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Values in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488"/>
              </p:ext>
            </p:extLst>
          </p:nvPr>
        </p:nvGraphicFramePr>
        <p:xfrm>
          <a:off x="1313541" y="1895323"/>
          <a:ext cx="989056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430"/>
                <a:gridCol w="53911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Value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long, short, byte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float, double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‘\u0000’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types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01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Class (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5467" y="1257204"/>
            <a:ext cx="10776659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 utility class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operation.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60034"/>
              </p:ext>
            </p:extLst>
          </p:nvPr>
        </p:nvGraphicFramePr>
        <p:xfrm>
          <a:off x="1313541" y="1895323"/>
          <a:ext cx="989056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645"/>
                <a:gridCol w="6125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Arrays.toString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array to string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Arrays.sort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Sorts array in ascending order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Arrays.equals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(a, b)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arrays are equal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Arrays.copyOf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Copies first n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Arrays.copyOfRange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 subset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Arrays.fill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Fills array with given value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Arrays.binarySearch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key)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Searches for a value (array must be sorted)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Arrays.stream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stream operations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75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91977"/>
            <a:ext cx="10263996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</a:t>
            </a:r>
            <a:r>
              <a:rPr kumimoji="0" lang="en-US" altLang="en-US" sz="4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33841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Easy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elements using index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for fixed-size collections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with loops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Fixed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(cannot grow or shrink dynamically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only one type of data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/ deletion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costly compared to lists.</a:t>
            </a:r>
          </a:p>
        </p:txBody>
      </p:sp>
    </p:spTree>
    <p:extLst>
      <p:ext uri="{BB962C8B-B14F-4D97-AF65-F5344CB8AC3E}">
        <p14:creationId xmlns:p14="http://schemas.microsoft.com/office/powerpoint/2010/main" val="95608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18604"/>
            <a:ext cx="10515600" cy="747683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1" y="1276094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Java is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resizable (dynamic) array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part of the </a:t>
            </a:r>
            <a:r>
              <a:rPr kumimoji="0" lang="en-US" alt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— that allows you to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store, access, and manipulate a list of elements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just like an array, but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 fixed size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 in Java that implements the List interface and provides dynamic arrays that can grow or shrink in size as needed.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&lt;Type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listName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&lt;Type&gt;();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 students = new </a:t>
            </a:r>
            <a:r>
              <a:rPr lang="en-US" altLang="en-US" sz="2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&lt;String&gt;();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27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Arrays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5467" y="1257204"/>
            <a:ext cx="10776659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 utility class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operation.</a:t>
            </a: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03009"/>
              </p:ext>
            </p:extLst>
          </p:nvPr>
        </p:nvGraphicFramePr>
        <p:xfrm>
          <a:off x="1313541" y="1895323"/>
          <a:ext cx="989056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2"/>
                <a:gridCol w="3135086"/>
                <a:gridCol w="35296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Safety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store primitives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objects only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/ Deletion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shifting needed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Handled automatically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Methods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63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82836"/>
              </p:ext>
            </p:extLst>
          </p:nvPr>
        </p:nvGraphicFramePr>
        <p:xfrm>
          <a:off x="1313542" y="1093505"/>
          <a:ext cx="989056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645"/>
                <a:gridCol w="6125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an element to the list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add(index, 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element at specific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get(index)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Retrieves element at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set(index, 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 element at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remove(index)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element at given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number of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all elements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list contains given element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isEmpty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list is empty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(element)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index of first occurrence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toArray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to regular array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2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610</Words>
  <Application>Microsoft Office PowerPoint</Application>
  <PresentationFormat>Widescreen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Arrays</vt:lpstr>
      <vt:lpstr>Introduction to Array</vt:lpstr>
      <vt:lpstr>Different Types of Arrays</vt:lpstr>
      <vt:lpstr>Initialization of Arrays</vt:lpstr>
      <vt:lpstr>Two-Dimensional Arrays (Matrices)</vt:lpstr>
      <vt:lpstr>Copying Arrays</vt:lpstr>
      <vt:lpstr>Passing Arrays to Methods</vt:lpstr>
      <vt:lpstr>Default Values in Arrays</vt:lpstr>
      <vt:lpstr>Array Class (java.util.Arrays)</vt:lpstr>
      <vt:lpstr>PowerPoint Presentation</vt:lpstr>
      <vt:lpstr>ArrayList</vt:lpstr>
      <vt:lpstr>Why use ArrayList instead of Arrays</vt:lpstr>
      <vt:lpstr>Built-in ArrayList Methods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57</cp:revision>
  <dcterms:created xsi:type="dcterms:W3CDTF">2025-11-02T11:18:37Z</dcterms:created>
  <dcterms:modified xsi:type="dcterms:W3CDTF">2025-11-05T17:00:43Z</dcterms:modified>
</cp:coreProperties>
</file>