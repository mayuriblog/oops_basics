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8" r:id="rId3"/>
    <p:sldId id="311" r:id="rId4"/>
    <p:sldId id="322" r:id="rId5"/>
    <p:sldId id="312" r:id="rId6"/>
    <p:sldId id="314" r:id="rId7"/>
    <p:sldId id="315" r:id="rId8"/>
    <p:sldId id="316" r:id="rId9"/>
    <p:sldId id="317" r:id="rId10"/>
    <p:sldId id="318" r:id="rId11"/>
    <p:sldId id="319" r:id="rId12"/>
    <p:sldId id="320" r:id="rId13"/>
    <p:sldId id="321" r:id="rId14"/>
    <p:sldId id="313" r:id="rId15"/>
    <p:sldId id="324" r:id="rId16"/>
    <p:sldId id="327" r:id="rId17"/>
    <p:sldId id="325" r:id="rId18"/>
    <p:sldId id="326" r:id="rId19"/>
    <p:sldId id="259" r:id="rId20"/>
    <p:sldId id="329" r:id="rId21"/>
    <p:sldId id="328" r:id="rId22"/>
    <p:sldId id="32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F66"/>
    <a:srgbClr val="990033"/>
    <a:srgbClr val="0000FF"/>
    <a:srgbClr val="3399FF"/>
    <a:srgbClr val="FF9933"/>
    <a:srgbClr val="FF5050"/>
    <a:srgbClr val="F105D3"/>
    <a:srgbClr val="902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52" autoAdjust="0"/>
    <p:restoredTop sz="94660"/>
  </p:normalViewPr>
  <p:slideViewPr>
    <p:cSldViewPr snapToGrid="0">
      <p:cViewPr>
        <p:scale>
          <a:sx n="62" d="100"/>
          <a:sy n="62" d="100"/>
        </p:scale>
        <p:origin x="-1483" y="-629"/>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1B59AD-8360-4A44-AE21-317E0F1C1408}" type="doc">
      <dgm:prSet loTypeId="urn:microsoft.com/office/officeart/2005/8/layout/gear1" loCatId="cycle" qsTypeId="urn:microsoft.com/office/officeart/2005/8/quickstyle/simple1" qsCatId="simple" csTypeId="urn:microsoft.com/office/officeart/2005/8/colors/accent1_2" csCatId="accent1" phldr="1"/>
      <dgm:spPr/>
    </dgm:pt>
    <dgm:pt modelId="{53DC675A-AA04-4E79-B8B3-6788DD4D7540}">
      <dgm:prSet phldrT="[Text]"/>
      <dgm:spPr/>
      <dgm:t>
        <a:bodyPr/>
        <a:lstStyle/>
        <a:p>
          <a:r>
            <a:rPr lang="en-US" dirty="0"/>
            <a:t>Compiler</a:t>
          </a:r>
          <a:endParaRPr lang="en-IN" dirty="0"/>
        </a:p>
      </dgm:t>
    </dgm:pt>
    <dgm:pt modelId="{855DC849-B8E9-4A01-A12D-CD891CC79F5E}" type="parTrans" cxnId="{6DF08BD1-04BC-46BC-A99C-2169FAE84982}">
      <dgm:prSet/>
      <dgm:spPr/>
      <dgm:t>
        <a:bodyPr/>
        <a:lstStyle/>
        <a:p>
          <a:endParaRPr lang="en-IN"/>
        </a:p>
      </dgm:t>
    </dgm:pt>
    <dgm:pt modelId="{ACCBB0A6-D3CF-487C-B393-BF83FFD2B4E7}" type="sibTrans" cxnId="{6DF08BD1-04BC-46BC-A99C-2169FAE84982}">
      <dgm:prSet/>
      <dgm:spPr/>
      <dgm:t>
        <a:bodyPr/>
        <a:lstStyle/>
        <a:p>
          <a:endParaRPr lang="en-IN"/>
        </a:p>
      </dgm:t>
    </dgm:pt>
    <dgm:pt modelId="{CE649D0A-F5C2-4C44-8DB4-EE8C6A57EF1D}">
      <dgm:prSet phldrT="[Text]"/>
      <dgm:spPr/>
      <dgm:t>
        <a:bodyPr/>
        <a:lstStyle/>
        <a:p>
          <a:r>
            <a:rPr lang="en-US" b="1" dirty="0" err="1"/>
            <a:t>javac</a:t>
          </a:r>
          <a:endParaRPr lang="en-IN" b="1" dirty="0"/>
        </a:p>
      </dgm:t>
    </dgm:pt>
    <dgm:pt modelId="{15C74B3C-A16D-4C4B-9DFA-102AC1AB735A}" type="parTrans" cxnId="{B2748D78-4690-4DFA-BBC7-DB1B4883E872}">
      <dgm:prSet/>
      <dgm:spPr/>
      <dgm:t>
        <a:bodyPr/>
        <a:lstStyle/>
        <a:p>
          <a:endParaRPr lang="en-IN"/>
        </a:p>
      </dgm:t>
    </dgm:pt>
    <dgm:pt modelId="{5D522D50-9BFE-45DB-BD12-52CC4081AB94}" type="sibTrans" cxnId="{B2748D78-4690-4DFA-BBC7-DB1B4883E872}">
      <dgm:prSet/>
      <dgm:spPr/>
      <dgm:t>
        <a:bodyPr/>
        <a:lstStyle/>
        <a:p>
          <a:endParaRPr lang="en-IN"/>
        </a:p>
      </dgm:t>
    </dgm:pt>
    <dgm:pt modelId="{211A72E5-3AA2-4EFE-A3A2-10BC9F8AEF4C}">
      <dgm:prSet phldrT="[Text]"/>
      <dgm:spPr/>
      <dgm:t>
        <a:bodyPr/>
        <a:lstStyle/>
        <a:p>
          <a:r>
            <a:rPr lang="en-US" dirty="0"/>
            <a:t>Java</a:t>
          </a:r>
          <a:endParaRPr lang="en-IN" dirty="0"/>
        </a:p>
      </dgm:t>
    </dgm:pt>
    <dgm:pt modelId="{6B34F293-6E37-4390-900C-FF86A9F3B8BC}" type="parTrans" cxnId="{BC78E82D-2DA2-4841-8F79-F33DB37F29EA}">
      <dgm:prSet/>
      <dgm:spPr/>
      <dgm:t>
        <a:bodyPr/>
        <a:lstStyle/>
        <a:p>
          <a:endParaRPr lang="en-IN"/>
        </a:p>
      </dgm:t>
    </dgm:pt>
    <dgm:pt modelId="{4607088D-8272-476E-9B4D-D4003F4F51AE}" type="sibTrans" cxnId="{BC78E82D-2DA2-4841-8F79-F33DB37F29EA}">
      <dgm:prSet/>
      <dgm:spPr/>
      <dgm:t>
        <a:bodyPr/>
        <a:lstStyle/>
        <a:p>
          <a:endParaRPr lang="en-IN"/>
        </a:p>
      </dgm:t>
    </dgm:pt>
    <dgm:pt modelId="{B7417BF4-DFF2-4B4E-9604-0F9A45E511DE}" type="pres">
      <dgm:prSet presAssocID="{721B59AD-8360-4A44-AE21-317E0F1C1408}" presName="composite" presStyleCnt="0">
        <dgm:presLayoutVars>
          <dgm:chMax val="3"/>
          <dgm:animLvl val="lvl"/>
          <dgm:resizeHandles val="exact"/>
        </dgm:presLayoutVars>
      </dgm:prSet>
      <dgm:spPr/>
    </dgm:pt>
    <dgm:pt modelId="{B0555A07-32B0-4375-B175-2CB62942CE7A}" type="pres">
      <dgm:prSet presAssocID="{53DC675A-AA04-4E79-B8B3-6788DD4D7540}" presName="gear1" presStyleLbl="node1" presStyleIdx="0" presStyleCnt="3" custLinFactX="88448" custLinFactY="100000" custLinFactNeighborX="100000" custLinFactNeighborY="113449">
        <dgm:presLayoutVars>
          <dgm:chMax val="1"/>
          <dgm:bulletEnabled val="1"/>
        </dgm:presLayoutVars>
      </dgm:prSet>
      <dgm:spPr/>
      <dgm:t>
        <a:bodyPr/>
        <a:lstStyle/>
        <a:p>
          <a:endParaRPr lang="en-US"/>
        </a:p>
      </dgm:t>
    </dgm:pt>
    <dgm:pt modelId="{66D3A5B4-7EE5-4DAF-AF5E-D77C1D300043}" type="pres">
      <dgm:prSet presAssocID="{53DC675A-AA04-4E79-B8B3-6788DD4D7540}" presName="gear1srcNode" presStyleLbl="node1" presStyleIdx="0" presStyleCnt="3"/>
      <dgm:spPr/>
      <dgm:t>
        <a:bodyPr/>
        <a:lstStyle/>
        <a:p>
          <a:endParaRPr lang="en-US"/>
        </a:p>
      </dgm:t>
    </dgm:pt>
    <dgm:pt modelId="{A8D0CA24-8804-4211-A5F5-0BDAC5096FAA}" type="pres">
      <dgm:prSet presAssocID="{53DC675A-AA04-4E79-B8B3-6788DD4D7540}" presName="gear1dstNode" presStyleLbl="node1" presStyleIdx="0" presStyleCnt="3"/>
      <dgm:spPr/>
      <dgm:t>
        <a:bodyPr/>
        <a:lstStyle/>
        <a:p>
          <a:endParaRPr lang="en-US"/>
        </a:p>
      </dgm:t>
    </dgm:pt>
    <dgm:pt modelId="{2DFC12E8-7BD9-4611-BD6F-CEF3B233B355}" type="pres">
      <dgm:prSet presAssocID="{CE649D0A-F5C2-4C44-8DB4-EE8C6A57EF1D}" presName="gear2" presStyleLbl="node1" presStyleIdx="1" presStyleCnt="3">
        <dgm:presLayoutVars>
          <dgm:chMax val="1"/>
          <dgm:bulletEnabled val="1"/>
        </dgm:presLayoutVars>
      </dgm:prSet>
      <dgm:spPr/>
      <dgm:t>
        <a:bodyPr/>
        <a:lstStyle/>
        <a:p>
          <a:endParaRPr lang="en-US"/>
        </a:p>
      </dgm:t>
    </dgm:pt>
    <dgm:pt modelId="{C69120A5-96C1-4FF3-8176-C9BCAAED96DE}" type="pres">
      <dgm:prSet presAssocID="{CE649D0A-F5C2-4C44-8DB4-EE8C6A57EF1D}" presName="gear2srcNode" presStyleLbl="node1" presStyleIdx="1" presStyleCnt="3"/>
      <dgm:spPr/>
      <dgm:t>
        <a:bodyPr/>
        <a:lstStyle/>
        <a:p>
          <a:endParaRPr lang="en-US"/>
        </a:p>
      </dgm:t>
    </dgm:pt>
    <dgm:pt modelId="{8AC09F23-1DE1-4D42-9A2C-4C14796337EC}" type="pres">
      <dgm:prSet presAssocID="{CE649D0A-F5C2-4C44-8DB4-EE8C6A57EF1D}" presName="gear2dstNode" presStyleLbl="node1" presStyleIdx="1" presStyleCnt="3"/>
      <dgm:spPr/>
      <dgm:t>
        <a:bodyPr/>
        <a:lstStyle/>
        <a:p>
          <a:endParaRPr lang="en-US"/>
        </a:p>
      </dgm:t>
    </dgm:pt>
    <dgm:pt modelId="{9F26683C-04D6-4C60-8567-236537E12DAB}" type="pres">
      <dgm:prSet presAssocID="{211A72E5-3AA2-4EFE-A3A2-10BC9F8AEF4C}" presName="gear3" presStyleLbl="node1" presStyleIdx="2" presStyleCnt="3" custLinFactNeighborX="0"/>
      <dgm:spPr/>
      <dgm:t>
        <a:bodyPr/>
        <a:lstStyle/>
        <a:p>
          <a:endParaRPr lang="en-US"/>
        </a:p>
      </dgm:t>
    </dgm:pt>
    <dgm:pt modelId="{89224F0F-7D77-4B0D-96F8-B7802CFD9BB0}" type="pres">
      <dgm:prSet presAssocID="{211A72E5-3AA2-4EFE-A3A2-10BC9F8AEF4C}" presName="gear3tx" presStyleLbl="node1" presStyleIdx="2" presStyleCnt="3">
        <dgm:presLayoutVars>
          <dgm:chMax val="1"/>
          <dgm:bulletEnabled val="1"/>
        </dgm:presLayoutVars>
      </dgm:prSet>
      <dgm:spPr/>
      <dgm:t>
        <a:bodyPr/>
        <a:lstStyle/>
        <a:p>
          <a:endParaRPr lang="en-US"/>
        </a:p>
      </dgm:t>
    </dgm:pt>
    <dgm:pt modelId="{233377B1-1B90-47FE-9E2D-6667F770F8FC}" type="pres">
      <dgm:prSet presAssocID="{211A72E5-3AA2-4EFE-A3A2-10BC9F8AEF4C}" presName="gear3srcNode" presStyleLbl="node1" presStyleIdx="2" presStyleCnt="3"/>
      <dgm:spPr/>
      <dgm:t>
        <a:bodyPr/>
        <a:lstStyle/>
        <a:p>
          <a:endParaRPr lang="en-US"/>
        </a:p>
      </dgm:t>
    </dgm:pt>
    <dgm:pt modelId="{717F6BBF-7CD9-4D56-BDB0-C903A718E670}" type="pres">
      <dgm:prSet presAssocID="{211A72E5-3AA2-4EFE-A3A2-10BC9F8AEF4C}" presName="gear3dstNode" presStyleLbl="node1" presStyleIdx="2" presStyleCnt="3"/>
      <dgm:spPr/>
      <dgm:t>
        <a:bodyPr/>
        <a:lstStyle/>
        <a:p>
          <a:endParaRPr lang="en-US"/>
        </a:p>
      </dgm:t>
    </dgm:pt>
    <dgm:pt modelId="{49CEB8A3-F120-4232-952C-479983929CBA}" type="pres">
      <dgm:prSet presAssocID="{ACCBB0A6-D3CF-487C-B393-BF83FFD2B4E7}" presName="connector1" presStyleLbl="sibTrans2D1" presStyleIdx="0" presStyleCnt="3"/>
      <dgm:spPr/>
      <dgm:t>
        <a:bodyPr/>
        <a:lstStyle/>
        <a:p>
          <a:endParaRPr lang="en-US"/>
        </a:p>
      </dgm:t>
    </dgm:pt>
    <dgm:pt modelId="{C5D7477F-5807-4084-A5AC-08D21E0368B2}" type="pres">
      <dgm:prSet presAssocID="{5D522D50-9BFE-45DB-BD12-52CC4081AB94}" presName="connector2" presStyleLbl="sibTrans2D1" presStyleIdx="1" presStyleCnt="3"/>
      <dgm:spPr/>
      <dgm:t>
        <a:bodyPr/>
        <a:lstStyle/>
        <a:p>
          <a:endParaRPr lang="en-US"/>
        </a:p>
      </dgm:t>
    </dgm:pt>
    <dgm:pt modelId="{E136B837-2C1B-4F31-88FE-5B17FA8C6FD6}" type="pres">
      <dgm:prSet presAssocID="{4607088D-8272-476E-9B4D-D4003F4F51AE}" presName="connector3" presStyleLbl="sibTrans2D1" presStyleIdx="2" presStyleCnt="3"/>
      <dgm:spPr/>
      <dgm:t>
        <a:bodyPr/>
        <a:lstStyle/>
        <a:p>
          <a:endParaRPr lang="en-US"/>
        </a:p>
      </dgm:t>
    </dgm:pt>
  </dgm:ptLst>
  <dgm:cxnLst>
    <dgm:cxn modelId="{D4E62829-3BB8-4851-A768-A44A6A9078C3}" type="presOf" srcId="{211A72E5-3AA2-4EFE-A3A2-10BC9F8AEF4C}" destId="{233377B1-1B90-47FE-9E2D-6667F770F8FC}" srcOrd="2" destOrd="0" presId="urn:microsoft.com/office/officeart/2005/8/layout/gear1"/>
    <dgm:cxn modelId="{E464873F-020B-4A6D-AF71-FE0E5B4C1069}" type="presOf" srcId="{CE649D0A-F5C2-4C44-8DB4-EE8C6A57EF1D}" destId="{8AC09F23-1DE1-4D42-9A2C-4C14796337EC}" srcOrd="2" destOrd="0" presId="urn:microsoft.com/office/officeart/2005/8/layout/gear1"/>
    <dgm:cxn modelId="{74AC71FE-C40B-4FFE-A1E1-6571FD81B8A0}" type="presOf" srcId="{4607088D-8272-476E-9B4D-D4003F4F51AE}" destId="{E136B837-2C1B-4F31-88FE-5B17FA8C6FD6}" srcOrd="0" destOrd="0" presId="urn:microsoft.com/office/officeart/2005/8/layout/gear1"/>
    <dgm:cxn modelId="{E6FDBCB3-9545-4919-B6CF-496925F209E6}" type="presOf" srcId="{211A72E5-3AA2-4EFE-A3A2-10BC9F8AEF4C}" destId="{717F6BBF-7CD9-4D56-BDB0-C903A718E670}" srcOrd="3" destOrd="0" presId="urn:microsoft.com/office/officeart/2005/8/layout/gear1"/>
    <dgm:cxn modelId="{7B2C9B39-232E-4A33-B01B-CCBDFE5A1379}" type="presOf" srcId="{5D522D50-9BFE-45DB-BD12-52CC4081AB94}" destId="{C5D7477F-5807-4084-A5AC-08D21E0368B2}" srcOrd="0" destOrd="0" presId="urn:microsoft.com/office/officeart/2005/8/layout/gear1"/>
    <dgm:cxn modelId="{835354D2-C8DE-49B9-9E13-EE7126491F16}" type="presOf" srcId="{721B59AD-8360-4A44-AE21-317E0F1C1408}" destId="{B7417BF4-DFF2-4B4E-9604-0F9A45E511DE}" srcOrd="0" destOrd="0" presId="urn:microsoft.com/office/officeart/2005/8/layout/gear1"/>
    <dgm:cxn modelId="{7DB9D1DB-E6E8-48B9-8545-6DD26AB37F6F}" type="presOf" srcId="{211A72E5-3AA2-4EFE-A3A2-10BC9F8AEF4C}" destId="{89224F0F-7D77-4B0D-96F8-B7802CFD9BB0}" srcOrd="1" destOrd="0" presId="urn:microsoft.com/office/officeart/2005/8/layout/gear1"/>
    <dgm:cxn modelId="{6DF08BD1-04BC-46BC-A99C-2169FAE84982}" srcId="{721B59AD-8360-4A44-AE21-317E0F1C1408}" destId="{53DC675A-AA04-4E79-B8B3-6788DD4D7540}" srcOrd="0" destOrd="0" parTransId="{855DC849-B8E9-4A01-A12D-CD891CC79F5E}" sibTransId="{ACCBB0A6-D3CF-487C-B393-BF83FFD2B4E7}"/>
    <dgm:cxn modelId="{BC78E82D-2DA2-4841-8F79-F33DB37F29EA}" srcId="{721B59AD-8360-4A44-AE21-317E0F1C1408}" destId="{211A72E5-3AA2-4EFE-A3A2-10BC9F8AEF4C}" srcOrd="2" destOrd="0" parTransId="{6B34F293-6E37-4390-900C-FF86A9F3B8BC}" sibTransId="{4607088D-8272-476E-9B4D-D4003F4F51AE}"/>
    <dgm:cxn modelId="{51B12273-E980-472A-8F5F-53AC8BC4DC95}" type="presOf" srcId="{CE649D0A-F5C2-4C44-8DB4-EE8C6A57EF1D}" destId="{2DFC12E8-7BD9-4611-BD6F-CEF3B233B355}" srcOrd="0" destOrd="0" presId="urn:microsoft.com/office/officeart/2005/8/layout/gear1"/>
    <dgm:cxn modelId="{C9232CCE-7B52-40FB-AB4C-3228D61A044A}" type="presOf" srcId="{CE649D0A-F5C2-4C44-8DB4-EE8C6A57EF1D}" destId="{C69120A5-96C1-4FF3-8176-C9BCAAED96DE}" srcOrd="1" destOrd="0" presId="urn:microsoft.com/office/officeart/2005/8/layout/gear1"/>
    <dgm:cxn modelId="{CFBB4075-77FC-4EA3-A8E7-CC46AA5D3096}" type="presOf" srcId="{53DC675A-AA04-4E79-B8B3-6788DD4D7540}" destId="{A8D0CA24-8804-4211-A5F5-0BDAC5096FAA}" srcOrd="2" destOrd="0" presId="urn:microsoft.com/office/officeart/2005/8/layout/gear1"/>
    <dgm:cxn modelId="{530DA342-6D8A-4E27-A2A3-9467ED1F89A2}" type="presOf" srcId="{53DC675A-AA04-4E79-B8B3-6788DD4D7540}" destId="{B0555A07-32B0-4375-B175-2CB62942CE7A}" srcOrd="0" destOrd="0" presId="urn:microsoft.com/office/officeart/2005/8/layout/gear1"/>
    <dgm:cxn modelId="{C8A88BD1-B193-4E73-AFAF-C7CC1968657B}" type="presOf" srcId="{211A72E5-3AA2-4EFE-A3A2-10BC9F8AEF4C}" destId="{9F26683C-04D6-4C60-8567-236537E12DAB}" srcOrd="0" destOrd="0" presId="urn:microsoft.com/office/officeart/2005/8/layout/gear1"/>
    <dgm:cxn modelId="{ACB780CD-CAC6-4967-BB10-4F7B0641A142}" type="presOf" srcId="{ACCBB0A6-D3CF-487C-B393-BF83FFD2B4E7}" destId="{49CEB8A3-F120-4232-952C-479983929CBA}" srcOrd="0" destOrd="0" presId="urn:microsoft.com/office/officeart/2005/8/layout/gear1"/>
    <dgm:cxn modelId="{B2748D78-4690-4DFA-BBC7-DB1B4883E872}" srcId="{721B59AD-8360-4A44-AE21-317E0F1C1408}" destId="{CE649D0A-F5C2-4C44-8DB4-EE8C6A57EF1D}" srcOrd="1" destOrd="0" parTransId="{15C74B3C-A16D-4C4B-9DFA-102AC1AB735A}" sibTransId="{5D522D50-9BFE-45DB-BD12-52CC4081AB94}"/>
    <dgm:cxn modelId="{DDF61384-C2B5-4F9E-8877-A6079CEC55F0}" type="presOf" srcId="{53DC675A-AA04-4E79-B8B3-6788DD4D7540}" destId="{66D3A5B4-7EE5-4DAF-AF5E-D77C1D300043}" srcOrd="1" destOrd="0" presId="urn:microsoft.com/office/officeart/2005/8/layout/gear1"/>
    <dgm:cxn modelId="{318A2E82-BC28-4EF7-BB5E-78016ACBF229}" type="presParOf" srcId="{B7417BF4-DFF2-4B4E-9604-0F9A45E511DE}" destId="{B0555A07-32B0-4375-B175-2CB62942CE7A}" srcOrd="0" destOrd="0" presId="urn:microsoft.com/office/officeart/2005/8/layout/gear1"/>
    <dgm:cxn modelId="{4FE76612-0EC0-4FAC-A0F3-448E7557918B}" type="presParOf" srcId="{B7417BF4-DFF2-4B4E-9604-0F9A45E511DE}" destId="{66D3A5B4-7EE5-4DAF-AF5E-D77C1D300043}" srcOrd="1" destOrd="0" presId="urn:microsoft.com/office/officeart/2005/8/layout/gear1"/>
    <dgm:cxn modelId="{181AE8F3-ED44-4AE5-87F8-035AD11865C0}" type="presParOf" srcId="{B7417BF4-DFF2-4B4E-9604-0F9A45E511DE}" destId="{A8D0CA24-8804-4211-A5F5-0BDAC5096FAA}" srcOrd="2" destOrd="0" presId="urn:microsoft.com/office/officeart/2005/8/layout/gear1"/>
    <dgm:cxn modelId="{DF345443-7999-4FD4-874F-E1B88C3EA1A9}" type="presParOf" srcId="{B7417BF4-DFF2-4B4E-9604-0F9A45E511DE}" destId="{2DFC12E8-7BD9-4611-BD6F-CEF3B233B355}" srcOrd="3" destOrd="0" presId="urn:microsoft.com/office/officeart/2005/8/layout/gear1"/>
    <dgm:cxn modelId="{9A892DB7-C788-4748-8165-155359B8AF8D}" type="presParOf" srcId="{B7417BF4-DFF2-4B4E-9604-0F9A45E511DE}" destId="{C69120A5-96C1-4FF3-8176-C9BCAAED96DE}" srcOrd="4" destOrd="0" presId="urn:microsoft.com/office/officeart/2005/8/layout/gear1"/>
    <dgm:cxn modelId="{549FA26A-51FC-44EB-B33C-D25C9EB3968D}" type="presParOf" srcId="{B7417BF4-DFF2-4B4E-9604-0F9A45E511DE}" destId="{8AC09F23-1DE1-4D42-9A2C-4C14796337EC}" srcOrd="5" destOrd="0" presId="urn:microsoft.com/office/officeart/2005/8/layout/gear1"/>
    <dgm:cxn modelId="{D7D09CD2-542D-4B9C-98B4-33580F1BF32D}" type="presParOf" srcId="{B7417BF4-DFF2-4B4E-9604-0F9A45E511DE}" destId="{9F26683C-04D6-4C60-8567-236537E12DAB}" srcOrd="6" destOrd="0" presId="urn:microsoft.com/office/officeart/2005/8/layout/gear1"/>
    <dgm:cxn modelId="{1DFD6802-A833-4A65-B080-03199C16B971}" type="presParOf" srcId="{B7417BF4-DFF2-4B4E-9604-0F9A45E511DE}" destId="{89224F0F-7D77-4B0D-96F8-B7802CFD9BB0}" srcOrd="7" destOrd="0" presId="urn:microsoft.com/office/officeart/2005/8/layout/gear1"/>
    <dgm:cxn modelId="{280827F6-B6DE-4EB6-8B39-924BD731EFA2}" type="presParOf" srcId="{B7417BF4-DFF2-4B4E-9604-0F9A45E511DE}" destId="{233377B1-1B90-47FE-9E2D-6667F770F8FC}" srcOrd="8" destOrd="0" presId="urn:microsoft.com/office/officeart/2005/8/layout/gear1"/>
    <dgm:cxn modelId="{80D431B2-D247-47FF-94D1-FF8D6346FE08}" type="presParOf" srcId="{B7417BF4-DFF2-4B4E-9604-0F9A45E511DE}" destId="{717F6BBF-7CD9-4D56-BDB0-C903A718E670}" srcOrd="9" destOrd="0" presId="urn:microsoft.com/office/officeart/2005/8/layout/gear1"/>
    <dgm:cxn modelId="{39B10C1F-363C-41FA-AF8F-7B395085E668}" type="presParOf" srcId="{B7417BF4-DFF2-4B4E-9604-0F9A45E511DE}" destId="{49CEB8A3-F120-4232-952C-479983929CBA}" srcOrd="10" destOrd="0" presId="urn:microsoft.com/office/officeart/2005/8/layout/gear1"/>
    <dgm:cxn modelId="{6D29273E-D42F-46E6-AAF7-BAE230C58986}" type="presParOf" srcId="{B7417BF4-DFF2-4B4E-9604-0F9A45E511DE}" destId="{C5D7477F-5807-4084-A5AC-08D21E0368B2}" srcOrd="11" destOrd="0" presId="urn:microsoft.com/office/officeart/2005/8/layout/gear1"/>
    <dgm:cxn modelId="{8F4B2624-D45F-44CF-92FA-2C5510914E20}" type="presParOf" srcId="{B7417BF4-DFF2-4B4E-9604-0F9A45E511DE}" destId="{E136B837-2C1B-4F31-88FE-5B17FA8C6FD6}" srcOrd="12" destOrd="0" presId="urn:microsoft.com/office/officeart/2005/8/layout/gear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256814D-5EDC-4DA4-AC3D-C706697FF643}" type="doc">
      <dgm:prSet loTypeId="urn:microsoft.com/office/officeart/2005/8/layout/funnel1" loCatId="relationship" qsTypeId="urn:microsoft.com/office/officeart/2005/8/quickstyle/simple1" qsCatId="simple" csTypeId="urn:microsoft.com/office/officeart/2005/8/colors/accent1_2" csCatId="accent1" phldr="1"/>
      <dgm:spPr/>
      <dgm:t>
        <a:bodyPr/>
        <a:lstStyle/>
        <a:p>
          <a:endParaRPr lang="en-IN"/>
        </a:p>
      </dgm:t>
    </dgm:pt>
    <dgm:pt modelId="{DEA955B6-1F80-484B-9CCC-628524CEA63D}">
      <dgm:prSet phldrT="[Text]"/>
      <dgm:spPr/>
      <dgm:t>
        <a:bodyPr/>
        <a:lstStyle/>
        <a:p>
          <a:r>
            <a:rPr lang="en-US" dirty="0" smtClean="0"/>
            <a:t>Interpreter</a:t>
          </a:r>
          <a:endParaRPr lang="en-IN" dirty="0"/>
        </a:p>
      </dgm:t>
    </dgm:pt>
    <dgm:pt modelId="{842B1880-6CD1-48A3-83CE-E03CF49EDE13}" type="parTrans" cxnId="{CD27356C-685C-4034-8FF6-8EC81E5B12EA}">
      <dgm:prSet/>
      <dgm:spPr/>
      <dgm:t>
        <a:bodyPr/>
        <a:lstStyle/>
        <a:p>
          <a:endParaRPr lang="en-IN"/>
        </a:p>
      </dgm:t>
    </dgm:pt>
    <dgm:pt modelId="{8C904EAD-53A4-4981-AFCE-1362F4E705A2}" type="sibTrans" cxnId="{CD27356C-685C-4034-8FF6-8EC81E5B12EA}">
      <dgm:prSet/>
      <dgm:spPr/>
      <dgm:t>
        <a:bodyPr/>
        <a:lstStyle/>
        <a:p>
          <a:endParaRPr lang="en-IN"/>
        </a:p>
      </dgm:t>
    </dgm:pt>
    <dgm:pt modelId="{C3D2A4D5-8EDB-40F0-98A7-C465BB2D5641}">
      <dgm:prSet phldrT="[Text]"/>
      <dgm:spPr/>
      <dgm:t>
        <a:bodyPr/>
        <a:lstStyle/>
        <a:p>
          <a:endParaRPr lang="en-US" dirty="0" smtClean="0"/>
        </a:p>
      </dgm:t>
    </dgm:pt>
    <dgm:pt modelId="{C035465E-0693-49C0-9967-9225D93F98A0}" type="parTrans" cxnId="{8157E522-2F9E-4CD6-9240-21E5BE5FB6F1}">
      <dgm:prSet/>
      <dgm:spPr/>
      <dgm:t>
        <a:bodyPr/>
        <a:lstStyle/>
        <a:p>
          <a:endParaRPr lang="en-IN"/>
        </a:p>
      </dgm:t>
    </dgm:pt>
    <dgm:pt modelId="{CABD5C95-F506-40D5-AF9E-77C006EA2E51}" type="sibTrans" cxnId="{8157E522-2F9E-4CD6-9240-21E5BE5FB6F1}">
      <dgm:prSet/>
      <dgm:spPr/>
      <dgm:t>
        <a:bodyPr/>
        <a:lstStyle/>
        <a:p>
          <a:endParaRPr lang="en-IN"/>
        </a:p>
      </dgm:t>
    </dgm:pt>
    <dgm:pt modelId="{5D43DFEB-C646-4686-8654-19EF126EBA69}" type="pres">
      <dgm:prSet presAssocID="{A256814D-5EDC-4DA4-AC3D-C706697FF643}" presName="Name0" presStyleCnt="0">
        <dgm:presLayoutVars>
          <dgm:chMax val="4"/>
          <dgm:resizeHandles val="exact"/>
        </dgm:presLayoutVars>
      </dgm:prSet>
      <dgm:spPr/>
      <dgm:t>
        <a:bodyPr/>
        <a:lstStyle/>
        <a:p>
          <a:endParaRPr lang="en-US"/>
        </a:p>
      </dgm:t>
    </dgm:pt>
    <dgm:pt modelId="{AA36B522-F16A-44DF-A5BD-FA2A2FDFD64E}" type="pres">
      <dgm:prSet presAssocID="{A256814D-5EDC-4DA4-AC3D-C706697FF643}" presName="ellipse" presStyleLbl="trBgShp" presStyleIdx="0" presStyleCnt="1"/>
      <dgm:spPr/>
    </dgm:pt>
    <dgm:pt modelId="{CBD24393-881C-489A-BE44-CB63A75307D4}" type="pres">
      <dgm:prSet presAssocID="{A256814D-5EDC-4DA4-AC3D-C706697FF643}" presName="arrow1" presStyleLbl="fgShp" presStyleIdx="0" presStyleCnt="1"/>
      <dgm:spPr/>
    </dgm:pt>
    <dgm:pt modelId="{19B8F9F6-F0DF-438B-89DA-5BB20B7686B4}" type="pres">
      <dgm:prSet presAssocID="{A256814D-5EDC-4DA4-AC3D-C706697FF643}" presName="rectangle" presStyleLbl="revTx" presStyleIdx="0" presStyleCnt="1" custLinFactNeighborX="-1183">
        <dgm:presLayoutVars>
          <dgm:bulletEnabled val="1"/>
        </dgm:presLayoutVars>
      </dgm:prSet>
      <dgm:spPr/>
      <dgm:t>
        <a:bodyPr/>
        <a:lstStyle/>
        <a:p>
          <a:endParaRPr lang="en-US"/>
        </a:p>
      </dgm:t>
    </dgm:pt>
    <dgm:pt modelId="{C596C702-8F4C-40A1-8BE2-6C2630740DBA}" type="pres">
      <dgm:prSet presAssocID="{C3D2A4D5-8EDB-40F0-98A7-C465BB2D5641}" presName="item1" presStyleLbl="node1" presStyleIdx="0" presStyleCnt="1">
        <dgm:presLayoutVars>
          <dgm:bulletEnabled val="1"/>
        </dgm:presLayoutVars>
      </dgm:prSet>
      <dgm:spPr/>
      <dgm:t>
        <a:bodyPr/>
        <a:lstStyle/>
        <a:p>
          <a:endParaRPr lang="en-US"/>
        </a:p>
      </dgm:t>
    </dgm:pt>
    <dgm:pt modelId="{186C1833-37DC-4DA8-A234-36F10FD3C754}" type="pres">
      <dgm:prSet presAssocID="{A256814D-5EDC-4DA4-AC3D-C706697FF643}" presName="funnel" presStyleLbl="trAlignAcc1" presStyleIdx="0" presStyleCnt="1" custScaleX="129901" custScaleY="166474" custLinFactNeighborY="5185"/>
      <dgm:spPr/>
    </dgm:pt>
  </dgm:ptLst>
  <dgm:cxnLst>
    <dgm:cxn modelId="{8157E522-2F9E-4CD6-9240-21E5BE5FB6F1}" srcId="{A256814D-5EDC-4DA4-AC3D-C706697FF643}" destId="{C3D2A4D5-8EDB-40F0-98A7-C465BB2D5641}" srcOrd="1" destOrd="0" parTransId="{C035465E-0693-49C0-9967-9225D93F98A0}" sibTransId="{CABD5C95-F506-40D5-AF9E-77C006EA2E51}"/>
    <dgm:cxn modelId="{92A591A3-A9E7-4A9A-9C9B-ECA39D0A862C}" type="presOf" srcId="{DEA955B6-1F80-484B-9CCC-628524CEA63D}" destId="{C596C702-8F4C-40A1-8BE2-6C2630740DBA}" srcOrd="0" destOrd="0" presId="urn:microsoft.com/office/officeart/2005/8/layout/funnel1"/>
    <dgm:cxn modelId="{CD27356C-685C-4034-8FF6-8EC81E5B12EA}" srcId="{A256814D-5EDC-4DA4-AC3D-C706697FF643}" destId="{DEA955B6-1F80-484B-9CCC-628524CEA63D}" srcOrd="0" destOrd="0" parTransId="{842B1880-6CD1-48A3-83CE-E03CF49EDE13}" sibTransId="{8C904EAD-53A4-4981-AFCE-1362F4E705A2}"/>
    <dgm:cxn modelId="{8DBFBFEB-1972-4B98-B1E8-E2561CF9D403}" type="presOf" srcId="{A256814D-5EDC-4DA4-AC3D-C706697FF643}" destId="{5D43DFEB-C646-4686-8654-19EF126EBA69}" srcOrd="0" destOrd="0" presId="urn:microsoft.com/office/officeart/2005/8/layout/funnel1"/>
    <dgm:cxn modelId="{0B52C46D-929F-450F-9D4A-7EBCCB3FAD4C}" type="presOf" srcId="{C3D2A4D5-8EDB-40F0-98A7-C465BB2D5641}" destId="{19B8F9F6-F0DF-438B-89DA-5BB20B7686B4}" srcOrd="0" destOrd="0" presId="urn:microsoft.com/office/officeart/2005/8/layout/funnel1"/>
    <dgm:cxn modelId="{E4B5C337-836A-4BF0-AE4B-E4110A0E1EBD}" type="presParOf" srcId="{5D43DFEB-C646-4686-8654-19EF126EBA69}" destId="{AA36B522-F16A-44DF-A5BD-FA2A2FDFD64E}" srcOrd="0" destOrd="0" presId="urn:microsoft.com/office/officeart/2005/8/layout/funnel1"/>
    <dgm:cxn modelId="{6224BDF6-4188-4E61-BCEC-BE954623D6D2}" type="presParOf" srcId="{5D43DFEB-C646-4686-8654-19EF126EBA69}" destId="{CBD24393-881C-489A-BE44-CB63A75307D4}" srcOrd="1" destOrd="0" presId="urn:microsoft.com/office/officeart/2005/8/layout/funnel1"/>
    <dgm:cxn modelId="{CACE1122-767D-4748-AD4F-67903C7BA461}" type="presParOf" srcId="{5D43DFEB-C646-4686-8654-19EF126EBA69}" destId="{19B8F9F6-F0DF-438B-89DA-5BB20B7686B4}" srcOrd="2" destOrd="0" presId="urn:microsoft.com/office/officeart/2005/8/layout/funnel1"/>
    <dgm:cxn modelId="{3CC17444-7D80-425D-859C-B8D5C55A1C5B}" type="presParOf" srcId="{5D43DFEB-C646-4686-8654-19EF126EBA69}" destId="{C596C702-8F4C-40A1-8BE2-6C2630740DBA}" srcOrd="3" destOrd="0" presId="urn:microsoft.com/office/officeart/2005/8/layout/funnel1"/>
    <dgm:cxn modelId="{90166EF6-46BC-4FF7-9C47-E40649A1A837}" type="presParOf" srcId="{5D43DFEB-C646-4686-8654-19EF126EBA69}" destId="{186C1833-37DC-4DA8-A234-36F10FD3C754}" srcOrd="4" destOrd="0" presId="urn:microsoft.com/office/officeart/2005/8/layout/funnel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CF75FDB-C4E9-434D-B1BB-C5F7D1B32E41}" type="doc">
      <dgm:prSet loTypeId="urn:microsoft.com/office/officeart/2005/8/layout/hList2" loCatId="list" qsTypeId="urn:microsoft.com/office/officeart/2005/8/quickstyle/simple1" qsCatId="simple" csTypeId="urn:microsoft.com/office/officeart/2005/8/colors/accent1_2" csCatId="accent1" phldr="1"/>
      <dgm:spPr/>
      <dgm:t>
        <a:bodyPr/>
        <a:lstStyle/>
        <a:p>
          <a:endParaRPr lang="en-IN"/>
        </a:p>
      </dgm:t>
    </dgm:pt>
    <dgm:pt modelId="{3FCEF419-4808-40BD-AB03-6AB29B143CF8}">
      <dgm:prSet phldrT="[Text]" phldr="1"/>
      <dgm:spPr/>
      <dgm:t>
        <a:bodyPr/>
        <a:lstStyle/>
        <a:p>
          <a:endParaRPr lang="en-IN" dirty="0"/>
        </a:p>
      </dgm:t>
    </dgm:pt>
    <dgm:pt modelId="{5A099468-C82F-4202-8FBE-3216F60290A7}" type="parTrans" cxnId="{CA71EF14-DA69-4A5D-9222-788EEF1C7F27}">
      <dgm:prSet/>
      <dgm:spPr/>
      <dgm:t>
        <a:bodyPr/>
        <a:lstStyle/>
        <a:p>
          <a:endParaRPr lang="en-IN"/>
        </a:p>
      </dgm:t>
    </dgm:pt>
    <dgm:pt modelId="{98BAC319-125C-4836-892E-02E3D06E464F}" type="sibTrans" cxnId="{CA71EF14-DA69-4A5D-9222-788EEF1C7F27}">
      <dgm:prSet/>
      <dgm:spPr/>
      <dgm:t>
        <a:bodyPr/>
        <a:lstStyle/>
        <a:p>
          <a:endParaRPr lang="en-IN"/>
        </a:p>
      </dgm:t>
    </dgm:pt>
    <dgm:pt modelId="{5E523FDE-804C-4EA8-8401-88988AA0ED17}">
      <dgm:prSet phldrT="[Text]" phldr="1"/>
      <dgm:spPr/>
      <dgm:t>
        <a:bodyPr/>
        <a:lstStyle/>
        <a:p>
          <a:endParaRPr lang="en-IN" dirty="0"/>
        </a:p>
      </dgm:t>
    </dgm:pt>
    <dgm:pt modelId="{6CCD077E-632E-40A5-81AD-05B66553D485}" type="parTrans" cxnId="{7C2FC318-8D13-4735-8C20-69974086EADF}">
      <dgm:prSet/>
      <dgm:spPr/>
      <dgm:t>
        <a:bodyPr/>
        <a:lstStyle/>
        <a:p>
          <a:endParaRPr lang="en-IN"/>
        </a:p>
      </dgm:t>
    </dgm:pt>
    <dgm:pt modelId="{3EC9F733-E63F-4034-B673-3A1560B39ACA}" type="sibTrans" cxnId="{7C2FC318-8D13-4735-8C20-69974086EADF}">
      <dgm:prSet/>
      <dgm:spPr/>
      <dgm:t>
        <a:bodyPr/>
        <a:lstStyle/>
        <a:p>
          <a:endParaRPr lang="en-IN"/>
        </a:p>
      </dgm:t>
    </dgm:pt>
    <dgm:pt modelId="{E0CFC24E-86F1-47D7-89F6-50670E301BDE}">
      <dgm:prSet phldrT="[Text]"/>
      <dgm:spPr/>
      <dgm:t>
        <a:bodyPr/>
        <a:lstStyle/>
        <a:p>
          <a:pPr>
            <a:buNone/>
          </a:pPr>
          <a:r>
            <a:rPr lang="en-US" dirty="0"/>
            <a:t>Linux OS</a:t>
          </a:r>
          <a:endParaRPr lang="en-IN" dirty="0"/>
        </a:p>
      </dgm:t>
    </dgm:pt>
    <dgm:pt modelId="{58494A45-699C-4FA3-80E2-80C9C54ED05C}" type="parTrans" cxnId="{2D2BDABA-FFDB-4B32-AFE5-015E590211BC}">
      <dgm:prSet/>
      <dgm:spPr/>
      <dgm:t>
        <a:bodyPr/>
        <a:lstStyle/>
        <a:p>
          <a:endParaRPr lang="en-IN"/>
        </a:p>
      </dgm:t>
    </dgm:pt>
    <dgm:pt modelId="{BF348B9E-2E8C-4E8E-9BF8-0ABEFE9DAFDF}" type="sibTrans" cxnId="{2D2BDABA-FFDB-4B32-AFE5-015E590211BC}">
      <dgm:prSet/>
      <dgm:spPr/>
      <dgm:t>
        <a:bodyPr/>
        <a:lstStyle/>
        <a:p>
          <a:endParaRPr lang="en-IN"/>
        </a:p>
      </dgm:t>
    </dgm:pt>
    <dgm:pt modelId="{CF64881F-27D1-4AA8-B1A4-406B339761A3}">
      <dgm:prSet phldrT="[Text]" phldr="1"/>
      <dgm:spPr/>
      <dgm:t>
        <a:bodyPr/>
        <a:lstStyle/>
        <a:p>
          <a:endParaRPr lang="en-IN"/>
        </a:p>
      </dgm:t>
    </dgm:pt>
    <dgm:pt modelId="{95F1A1FA-7B77-4BDD-9841-9A3139691C03}" type="parTrans" cxnId="{9A5E4246-A428-42B5-911B-D6CC85D3536D}">
      <dgm:prSet/>
      <dgm:spPr/>
      <dgm:t>
        <a:bodyPr/>
        <a:lstStyle/>
        <a:p>
          <a:endParaRPr lang="en-IN"/>
        </a:p>
      </dgm:t>
    </dgm:pt>
    <dgm:pt modelId="{9B76238B-DEF9-4508-827A-EE34A569CD1E}" type="sibTrans" cxnId="{9A5E4246-A428-42B5-911B-D6CC85D3536D}">
      <dgm:prSet/>
      <dgm:spPr/>
      <dgm:t>
        <a:bodyPr/>
        <a:lstStyle/>
        <a:p>
          <a:endParaRPr lang="en-IN"/>
        </a:p>
      </dgm:t>
    </dgm:pt>
    <dgm:pt modelId="{423DF278-136F-4436-A897-BA6EACDAB4BC}">
      <dgm:prSet phldrT="[Text]"/>
      <dgm:spPr/>
      <dgm:t>
        <a:bodyPr/>
        <a:lstStyle/>
        <a:p>
          <a:pPr>
            <a:buNone/>
          </a:pPr>
          <a:r>
            <a:rPr lang="en-US" dirty="0"/>
            <a:t>Mac OS</a:t>
          </a:r>
          <a:endParaRPr lang="en-IN" dirty="0"/>
        </a:p>
      </dgm:t>
    </dgm:pt>
    <dgm:pt modelId="{302A94A7-239D-4E96-8AA8-69FC3EC00EA2}" type="parTrans" cxnId="{5DCD4AEB-2B6B-44F1-88A9-32D34C3EE505}">
      <dgm:prSet/>
      <dgm:spPr/>
      <dgm:t>
        <a:bodyPr/>
        <a:lstStyle/>
        <a:p>
          <a:endParaRPr lang="en-IN"/>
        </a:p>
      </dgm:t>
    </dgm:pt>
    <dgm:pt modelId="{5110D2F8-ABF7-4D33-BC55-F2BE37DDC96B}" type="sibTrans" cxnId="{5DCD4AEB-2B6B-44F1-88A9-32D34C3EE505}">
      <dgm:prSet/>
      <dgm:spPr/>
      <dgm:t>
        <a:bodyPr/>
        <a:lstStyle/>
        <a:p>
          <a:endParaRPr lang="en-IN"/>
        </a:p>
      </dgm:t>
    </dgm:pt>
    <dgm:pt modelId="{4DFEA24D-9B8D-4AA5-9C31-17FB8242EA48}">
      <dgm:prSet phldrT="[Text]"/>
      <dgm:spPr/>
      <dgm:t>
        <a:bodyPr/>
        <a:lstStyle/>
        <a:p>
          <a:pPr>
            <a:buNone/>
          </a:pPr>
          <a:r>
            <a:rPr lang="en-US" dirty="0"/>
            <a:t>Windows OS</a:t>
          </a:r>
          <a:endParaRPr lang="en-IN" dirty="0"/>
        </a:p>
      </dgm:t>
    </dgm:pt>
    <dgm:pt modelId="{DBF4FB2A-FDDF-4E59-A426-9AF61CEA6921}" type="sibTrans" cxnId="{FA5AB71E-F39F-4997-9F44-AD0BFCC7824F}">
      <dgm:prSet/>
      <dgm:spPr/>
      <dgm:t>
        <a:bodyPr/>
        <a:lstStyle/>
        <a:p>
          <a:endParaRPr lang="en-IN"/>
        </a:p>
      </dgm:t>
    </dgm:pt>
    <dgm:pt modelId="{F1C543FF-A6D8-4CA3-8E3B-4FF2724304AB}" type="parTrans" cxnId="{FA5AB71E-F39F-4997-9F44-AD0BFCC7824F}">
      <dgm:prSet/>
      <dgm:spPr/>
      <dgm:t>
        <a:bodyPr/>
        <a:lstStyle/>
        <a:p>
          <a:endParaRPr lang="en-IN"/>
        </a:p>
      </dgm:t>
    </dgm:pt>
    <dgm:pt modelId="{9DD9EDC8-60EB-4B1F-8D32-46F45D750569}" type="pres">
      <dgm:prSet presAssocID="{3CF75FDB-C4E9-434D-B1BB-C5F7D1B32E41}" presName="linearFlow" presStyleCnt="0">
        <dgm:presLayoutVars>
          <dgm:dir/>
          <dgm:animLvl val="lvl"/>
          <dgm:resizeHandles/>
        </dgm:presLayoutVars>
      </dgm:prSet>
      <dgm:spPr/>
      <dgm:t>
        <a:bodyPr/>
        <a:lstStyle/>
        <a:p>
          <a:endParaRPr lang="en-US"/>
        </a:p>
      </dgm:t>
    </dgm:pt>
    <dgm:pt modelId="{89CE4421-A346-4013-8C89-93ED20384ACE}" type="pres">
      <dgm:prSet presAssocID="{3FCEF419-4808-40BD-AB03-6AB29B143CF8}" presName="compositeNode" presStyleCnt="0">
        <dgm:presLayoutVars>
          <dgm:bulletEnabled val="1"/>
        </dgm:presLayoutVars>
      </dgm:prSet>
      <dgm:spPr/>
    </dgm:pt>
    <dgm:pt modelId="{04C8F80D-31A2-422F-9944-773E7FE76FFF}" type="pres">
      <dgm:prSet presAssocID="{3FCEF419-4808-40BD-AB03-6AB29B143CF8}" presName="image" presStyleLbl="fgImgPlace1" presStyleIdx="0" presStyleCnt="3"/>
      <dgm:spPr/>
    </dgm:pt>
    <dgm:pt modelId="{6D426E6E-E7B7-407D-9C8C-8F0C9945BEB1}" type="pres">
      <dgm:prSet presAssocID="{3FCEF419-4808-40BD-AB03-6AB29B143CF8}" presName="childNode" presStyleLbl="node1" presStyleIdx="0" presStyleCnt="3">
        <dgm:presLayoutVars>
          <dgm:bulletEnabled val="1"/>
        </dgm:presLayoutVars>
      </dgm:prSet>
      <dgm:spPr/>
      <dgm:t>
        <a:bodyPr/>
        <a:lstStyle/>
        <a:p>
          <a:endParaRPr lang="en-US"/>
        </a:p>
      </dgm:t>
    </dgm:pt>
    <dgm:pt modelId="{1E152F00-F65B-4C9A-89BA-69E4AA013015}" type="pres">
      <dgm:prSet presAssocID="{3FCEF419-4808-40BD-AB03-6AB29B143CF8}" presName="parentNode" presStyleLbl="revTx" presStyleIdx="0" presStyleCnt="3">
        <dgm:presLayoutVars>
          <dgm:chMax val="0"/>
          <dgm:bulletEnabled val="1"/>
        </dgm:presLayoutVars>
      </dgm:prSet>
      <dgm:spPr/>
      <dgm:t>
        <a:bodyPr/>
        <a:lstStyle/>
        <a:p>
          <a:endParaRPr lang="en-US"/>
        </a:p>
      </dgm:t>
    </dgm:pt>
    <dgm:pt modelId="{6B73AADE-716C-4759-895C-FF2B600F32FD}" type="pres">
      <dgm:prSet presAssocID="{98BAC319-125C-4836-892E-02E3D06E464F}" presName="sibTrans" presStyleCnt="0"/>
      <dgm:spPr/>
    </dgm:pt>
    <dgm:pt modelId="{9B77C54A-2C9C-4C3F-A9FF-7EDB0D2FC30D}" type="pres">
      <dgm:prSet presAssocID="{5E523FDE-804C-4EA8-8401-88988AA0ED17}" presName="compositeNode" presStyleCnt="0">
        <dgm:presLayoutVars>
          <dgm:bulletEnabled val="1"/>
        </dgm:presLayoutVars>
      </dgm:prSet>
      <dgm:spPr/>
    </dgm:pt>
    <dgm:pt modelId="{DBDB81E4-D77A-4231-ADDB-07D970E1BC42}" type="pres">
      <dgm:prSet presAssocID="{5E523FDE-804C-4EA8-8401-88988AA0ED17}" presName="image" presStyleLbl="fgImgPlace1" presStyleIdx="1" presStyleCnt="3"/>
      <dgm:spPr/>
    </dgm:pt>
    <dgm:pt modelId="{AAC200DD-D930-41D9-A641-DB958D2D96A8}" type="pres">
      <dgm:prSet presAssocID="{5E523FDE-804C-4EA8-8401-88988AA0ED17}" presName="childNode" presStyleLbl="node1" presStyleIdx="1" presStyleCnt="3">
        <dgm:presLayoutVars>
          <dgm:bulletEnabled val="1"/>
        </dgm:presLayoutVars>
      </dgm:prSet>
      <dgm:spPr/>
      <dgm:t>
        <a:bodyPr/>
        <a:lstStyle/>
        <a:p>
          <a:endParaRPr lang="en-US"/>
        </a:p>
      </dgm:t>
    </dgm:pt>
    <dgm:pt modelId="{E4C757E6-85D3-4721-AFA4-EC7BA966BBA9}" type="pres">
      <dgm:prSet presAssocID="{5E523FDE-804C-4EA8-8401-88988AA0ED17}" presName="parentNode" presStyleLbl="revTx" presStyleIdx="1" presStyleCnt="3">
        <dgm:presLayoutVars>
          <dgm:chMax val="0"/>
          <dgm:bulletEnabled val="1"/>
        </dgm:presLayoutVars>
      </dgm:prSet>
      <dgm:spPr/>
      <dgm:t>
        <a:bodyPr/>
        <a:lstStyle/>
        <a:p>
          <a:endParaRPr lang="en-US"/>
        </a:p>
      </dgm:t>
    </dgm:pt>
    <dgm:pt modelId="{BFFC3F7C-5AC2-47FD-9614-1C5E88631BB7}" type="pres">
      <dgm:prSet presAssocID="{3EC9F733-E63F-4034-B673-3A1560B39ACA}" presName="sibTrans" presStyleCnt="0"/>
      <dgm:spPr/>
    </dgm:pt>
    <dgm:pt modelId="{CEF4EBD6-1F06-41A5-82C9-56EDCF2C6859}" type="pres">
      <dgm:prSet presAssocID="{CF64881F-27D1-4AA8-B1A4-406B339761A3}" presName="compositeNode" presStyleCnt="0">
        <dgm:presLayoutVars>
          <dgm:bulletEnabled val="1"/>
        </dgm:presLayoutVars>
      </dgm:prSet>
      <dgm:spPr/>
    </dgm:pt>
    <dgm:pt modelId="{3E483C61-C4E4-42CB-B8A7-61841079351A}" type="pres">
      <dgm:prSet presAssocID="{CF64881F-27D1-4AA8-B1A4-406B339761A3}" presName="image" presStyleLbl="fgImgPlace1" presStyleIdx="2" presStyleCnt="3"/>
      <dgm:spPr/>
    </dgm:pt>
    <dgm:pt modelId="{0A0FD357-F664-4CDE-B015-8330BDF17083}" type="pres">
      <dgm:prSet presAssocID="{CF64881F-27D1-4AA8-B1A4-406B339761A3}" presName="childNode" presStyleLbl="node1" presStyleIdx="2" presStyleCnt="3">
        <dgm:presLayoutVars>
          <dgm:bulletEnabled val="1"/>
        </dgm:presLayoutVars>
      </dgm:prSet>
      <dgm:spPr/>
      <dgm:t>
        <a:bodyPr/>
        <a:lstStyle/>
        <a:p>
          <a:endParaRPr lang="en-US"/>
        </a:p>
      </dgm:t>
    </dgm:pt>
    <dgm:pt modelId="{E263B05F-2DD7-48F8-A2DC-B51FEDBED99F}" type="pres">
      <dgm:prSet presAssocID="{CF64881F-27D1-4AA8-B1A4-406B339761A3}" presName="parentNode" presStyleLbl="revTx" presStyleIdx="2" presStyleCnt="3">
        <dgm:presLayoutVars>
          <dgm:chMax val="0"/>
          <dgm:bulletEnabled val="1"/>
        </dgm:presLayoutVars>
      </dgm:prSet>
      <dgm:spPr/>
      <dgm:t>
        <a:bodyPr/>
        <a:lstStyle/>
        <a:p>
          <a:endParaRPr lang="en-US"/>
        </a:p>
      </dgm:t>
    </dgm:pt>
  </dgm:ptLst>
  <dgm:cxnLst>
    <dgm:cxn modelId="{FA5AB71E-F39F-4997-9F44-AD0BFCC7824F}" srcId="{3FCEF419-4808-40BD-AB03-6AB29B143CF8}" destId="{4DFEA24D-9B8D-4AA5-9C31-17FB8242EA48}" srcOrd="0" destOrd="0" parTransId="{F1C543FF-A6D8-4CA3-8E3B-4FF2724304AB}" sibTransId="{DBF4FB2A-FDDF-4E59-A426-9AF61CEA6921}"/>
    <dgm:cxn modelId="{C085F726-599C-44E9-A479-C4EB6B3D78C7}" type="presOf" srcId="{423DF278-136F-4436-A897-BA6EACDAB4BC}" destId="{0A0FD357-F664-4CDE-B015-8330BDF17083}" srcOrd="0" destOrd="0" presId="urn:microsoft.com/office/officeart/2005/8/layout/hList2"/>
    <dgm:cxn modelId="{FAFEBC22-CC98-4923-AC74-CA29AFD06219}" type="presOf" srcId="{3CF75FDB-C4E9-434D-B1BB-C5F7D1B32E41}" destId="{9DD9EDC8-60EB-4B1F-8D32-46F45D750569}" srcOrd="0" destOrd="0" presId="urn:microsoft.com/office/officeart/2005/8/layout/hList2"/>
    <dgm:cxn modelId="{187819F3-6BEE-43FD-853A-E535B12D4E2A}" type="presOf" srcId="{4DFEA24D-9B8D-4AA5-9C31-17FB8242EA48}" destId="{6D426E6E-E7B7-407D-9C8C-8F0C9945BEB1}" srcOrd="0" destOrd="0" presId="urn:microsoft.com/office/officeart/2005/8/layout/hList2"/>
    <dgm:cxn modelId="{14AF47FF-8F92-4D2F-B14D-F416A2F7AFA1}" type="presOf" srcId="{3FCEF419-4808-40BD-AB03-6AB29B143CF8}" destId="{1E152F00-F65B-4C9A-89BA-69E4AA013015}" srcOrd="0" destOrd="0" presId="urn:microsoft.com/office/officeart/2005/8/layout/hList2"/>
    <dgm:cxn modelId="{26CB9B1B-6B5A-4447-97B9-755E8A8F1CBA}" type="presOf" srcId="{5E523FDE-804C-4EA8-8401-88988AA0ED17}" destId="{E4C757E6-85D3-4721-AFA4-EC7BA966BBA9}" srcOrd="0" destOrd="0" presId="urn:microsoft.com/office/officeart/2005/8/layout/hList2"/>
    <dgm:cxn modelId="{CA71EF14-DA69-4A5D-9222-788EEF1C7F27}" srcId="{3CF75FDB-C4E9-434D-B1BB-C5F7D1B32E41}" destId="{3FCEF419-4808-40BD-AB03-6AB29B143CF8}" srcOrd="0" destOrd="0" parTransId="{5A099468-C82F-4202-8FBE-3216F60290A7}" sibTransId="{98BAC319-125C-4836-892E-02E3D06E464F}"/>
    <dgm:cxn modelId="{3C7F0C36-C276-48C4-AA6C-6049C947783A}" type="presOf" srcId="{E0CFC24E-86F1-47D7-89F6-50670E301BDE}" destId="{AAC200DD-D930-41D9-A641-DB958D2D96A8}" srcOrd="0" destOrd="0" presId="urn:microsoft.com/office/officeart/2005/8/layout/hList2"/>
    <dgm:cxn modelId="{E418429E-0AA0-4D0D-A213-BD82BFA9875E}" type="presOf" srcId="{CF64881F-27D1-4AA8-B1A4-406B339761A3}" destId="{E263B05F-2DD7-48F8-A2DC-B51FEDBED99F}" srcOrd="0" destOrd="0" presId="urn:microsoft.com/office/officeart/2005/8/layout/hList2"/>
    <dgm:cxn modelId="{9A5E4246-A428-42B5-911B-D6CC85D3536D}" srcId="{3CF75FDB-C4E9-434D-B1BB-C5F7D1B32E41}" destId="{CF64881F-27D1-4AA8-B1A4-406B339761A3}" srcOrd="2" destOrd="0" parTransId="{95F1A1FA-7B77-4BDD-9841-9A3139691C03}" sibTransId="{9B76238B-DEF9-4508-827A-EE34A569CD1E}"/>
    <dgm:cxn modelId="{5DCD4AEB-2B6B-44F1-88A9-32D34C3EE505}" srcId="{CF64881F-27D1-4AA8-B1A4-406B339761A3}" destId="{423DF278-136F-4436-A897-BA6EACDAB4BC}" srcOrd="0" destOrd="0" parTransId="{302A94A7-239D-4E96-8AA8-69FC3EC00EA2}" sibTransId="{5110D2F8-ABF7-4D33-BC55-F2BE37DDC96B}"/>
    <dgm:cxn modelId="{7C2FC318-8D13-4735-8C20-69974086EADF}" srcId="{3CF75FDB-C4E9-434D-B1BB-C5F7D1B32E41}" destId="{5E523FDE-804C-4EA8-8401-88988AA0ED17}" srcOrd="1" destOrd="0" parTransId="{6CCD077E-632E-40A5-81AD-05B66553D485}" sibTransId="{3EC9F733-E63F-4034-B673-3A1560B39ACA}"/>
    <dgm:cxn modelId="{2D2BDABA-FFDB-4B32-AFE5-015E590211BC}" srcId="{5E523FDE-804C-4EA8-8401-88988AA0ED17}" destId="{E0CFC24E-86F1-47D7-89F6-50670E301BDE}" srcOrd="0" destOrd="0" parTransId="{58494A45-699C-4FA3-80E2-80C9C54ED05C}" sibTransId="{BF348B9E-2E8C-4E8E-9BF8-0ABEFE9DAFDF}"/>
    <dgm:cxn modelId="{314B9821-3980-490B-83A1-DC1F226F34AC}" type="presParOf" srcId="{9DD9EDC8-60EB-4B1F-8D32-46F45D750569}" destId="{89CE4421-A346-4013-8C89-93ED20384ACE}" srcOrd="0" destOrd="0" presId="urn:microsoft.com/office/officeart/2005/8/layout/hList2"/>
    <dgm:cxn modelId="{7F670F21-E024-44C8-8B5D-7D704E17ADB2}" type="presParOf" srcId="{89CE4421-A346-4013-8C89-93ED20384ACE}" destId="{04C8F80D-31A2-422F-9944-773E7FE76FFF}" srcOrd="0" destOrd="0" presId="urn:microsoft.com/office/officeart/2005/8/layout/hList2"/>
    <dgm:cxn modelId="{9CA5AB8F-544F-4170-96DF-608986B63F08}" type="presParOf" srcId="{89CE4421-A346-4013-8C89-93ED20384ACE}" destId="{6D426E6E-E7B7-407D-9C8C-8F0C9945BEB1}" srcOrd="1" destOrd="0" presId="urn:microsoft.com/office/officeart/2005/8/layout/hList2"/>
    <dgm:cxn modelId="{A466E576-559C-44AE-96DB-76F7008E98EB}" type="presParOf" srcId="{89CE4421-A346-4013-8C89-93ED20384ACE}" destId="{1E152F00-F65B-4C9A-89BA-69E4AA013015}" srcOrd="2" destOrd="0" presId="urn:microsoft.com/office/officeart/2005/8/layout/hList2"/>
    <dgm:cxn modelId="{4F4A42CC-1F38-4FEE-AA80-09EBAE63D50A}" type="presParOf" srcId="{9DD9EDC8-60EB-4B1F-8D32-46F45D750569}" destId="{6B73AADE-716C-4759-895C-FF2B600F32FD}" srcOrd="1" destOrd="0" presId="urn:microsoft.com/office/officeart/2005/8/layout/hList2"/>
    <dgm:cxn modelId="{C5FCFC6B-DAF3-4917-A9E8-4A769AC776A7}" type="presParOf" srcId="{9DD9EDC8-60EB-4B1F-8D32-46F45D750569}" destId="{9B77C54A-2C9C-4C3F-A9FF-7EDB0D2FC30D}" srcOrd="2" destOrd="0" presId="urn:microsoft.com/office/officeart/2005/8/layout/hList2"/>
    <dgm:cxn modelId="{97073363-A32C-49CA-956F-8454A895774D}" type="presParOf" srcId="{9B77C54A-2C9C-4C3F-A9FF-7EDB0D2FC30D}" destId="{DBDB81E4-D77A-4231-ADDB-07D970E1BC42}" srcOrd="0" destOrd="0" presId="urn:microsoft.com/office/officeart/2005/8/layout/hList2"/>
    <dgm:cxn modelId="{FC8C4A82-7011-4568-B814-CA76E38F155E}" type="presParOf" srcId="{9B77C54A-2C9C-4C3F-A9FF-7EDB0D2FC30D}" destId="{AAC200DD-D930-41D9-A641-DB958D2D96A8}" srcOrd="1" destOrd="0" presId="urn:microsoft.com/office/officeart/2005/8/layout/hList2"/>
    <dgm:cxn modelId="{0510CC38-E819-4E20-832C-807DA9B54106}" type="presParOf" srcId="{9B77C54A-2C9C-4C3F-A9FF-7EDB0D2FC30D}" destId="{E4C757E6-85D3-4721-AFA4-EC7BA966BBA9}" srcOrd="2" destOrd="0" presId="urn:microsoft.com/office/officeart/2005/8/layout/hList2"/>
    <dgm:cxn modelId="{C18A8F2A-F8E0-4DCD-A316-3CB884F678C7}" type="presParOf" srcId="{9DD9EDC8-60EB-4B1F-8D32-46F45D750569}" destId="{BFFC3F7C-5AC2-47FD-9614-1C5E88631BB7}" srcOrd="3" destOrd="0" presId="urn:microsoft.com/office/officeart/2005/8/layout/hList2"/>
    <dgm:cxn modelId="{EB6ED94D-2B1F-476E-A917-F78D82920DBA}" type="presParOf" srcId="{9DD9EDC8-60EB-4B1F-8D32-46F45D750569}" destId="{CEF4EBD6-1F06-41A5-82C9-56EDCF2C6859}" srcOrd="4" destOrd="0" presId="urn:microsoft.com/office/officeart/2005/8/layout/hList2"/>
    <dgm:cxn modelId="{20CF6A68-AF02-42B4-A106-7C91BF970248}" type="presParOf" srcId="{CEF4EBD6-1F06-41A5-82C9-56EDCF2C6859}" destId="{3E483C61-C4E4-42CB-B8A7-61841079351A}" srcOrd="0" destOrd="0" presId="urn:microsoft.com/office/officeart/2005/8/layout/hList2"/>
    <dgm:cxn modelId="{0272C55B-4CCB-4E5E-B1E3-C4688E793CB2}" type="presParOf" srcId="{CEF4EBD6-1F06-41A5-82C9-56EDCF2C6859}" destId="{0A0FD357-F664-4CDE-B015-8330BDF17083}" srcOrd="1" destOrd="0" presId="urn:microsoft.com/office/officeart/2005/8/layout/hList2"/>
    <dgm:cxn modelId="{213FADEA-210E-4D7A-BC6F-180854E15B91}" type="presParOf" srcId="{CEF4EBD6-1F06-41A5-82C9-56EDCF2C6859}" destId="{E263B05F-2DD7-48F8-A2DC-B51FEDBED99F}" srcOrd="2" destOrd="0" presId="urn:microsoft.com/office/officeart/2005/8/layout/hList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555A07-32B0-4375-B175-2CB62942CE7A}">
      <dsp:nvSpPr>
        <dsp:cNvPr id="0" name=""/>
        <dsp:cNvSpPr/>
      </dsp:nvSpPr>
      <dsp:spPr>
        <a:xfrm>
          <a:off x="737571" y="833035"/>
          <a:ext cx="901475" cy="901475"/>
        </a:xfrm>
        <a:prstGeom prst="gear9">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dirty="0"/>
            <a:t>Compiler</a:t>
          </a:r>
          <a:endParaRPr lang="en-IN" sz="1000" kern="1200" dirty="0"/>
        </a:p>
      </dsp:txBody>
      <dsp:txXfrm>
        <a:off x="918808" y="1044201"/>
        <a:ext cx="539001" cy="463377"/>
      </dsp:txXfrm>
    </dsp:sp>
    <dsp:sp modelId="{2DFC12E8-7BD9-4611-BD6F-CEF3B233B355}">
      <dsp:nvSpPr>
        <dsp:cNvPr id="0" name=""/>
        <dsp:cNvSpPr/>
      </dsp:nvSpPr>
      <dsp:spPr>
        <a:xfrm>
          <a:off x="213076" y="572227"/>
          <a:ext cx="655618" cy="655618"/>
        </a:xfrm>
        <a:prstGeom prst="gear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b="1" kern="1200" dirty="0" err="1"/>
            <a:t>javac</a:t>
          </a:r>
          <a:endParaRPr lang="en-IN" sz="1000" b="1" kern="1200" dirty="0"/>
        </a:p>
      </dsp:txBody>
      <dsp:txXfrm>
        <a:off x="378130" y="738278"/>
        <a:ext cx="325510" cy="323516"/>
      </dsp:txXfrm>
    </dsp:sp>
    <dsp:sp modelId="{9F26683C-04D6-4C60-8567-236537E12DAB}">
      <dsp:nvSpPr>
        <dsp:cNvPr id="0" name=""/>
        <dsp:cNvSpPr/>
      </dsp:nvSpPr>
      <dsp:spPr>
        <a:xfrm rot="20700000">
          <a:off x="580289" y="119916"/>
          <a:ext cx="642372" cy="642372"/>
        </a:xfrm>
        <a:prstGeom prst="gear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dirty="0"/>
            <a:t>Java</a:t>
          </a:r>
          <a:endParaRPr lang="en-IN" sz="1000" kern="1200" dirty="0"/>
        </a:p>
      </dsp:txBody>
      <dsp:txXfrm rot="-20700000">
        <a:off x="721180" y="260808"/>
        <a:ext cx="360590" cy="360590"/>
      </dsp:txXfrm>
    </dsp:sp>
    <dsp:sp modelId="{49CEB8A3-F120-4232-952C-479983929CBA}">
      <dsp:nvSpPr>
        <dsp:cNvPr id="0" name=""/>
        <dsp:cNvSpPr/>
      </dsp:nvSpPr>
      <dsp:spPr>
        <a:xfrm>
          <a:off x="643415" y="662737"/>
          <a:ext cx="1153889" cy="1153889"/>
        </a:xfrm>
        <a:prstGeom prst="circularArrow">
          <a:avLst>
            <a:gd name="adj1" fmla="val 4688"/>
            <a:gd name="adj2" fmla="val 299029"/>
            <a:gd name="adj3" fmla="val 2388022"/>
            <a:gd name="adj4" fmla="val 16171837"/>
            <a:gd name="adj5" fmla="val 546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5D7477F-5807-4084-A5AC-08D21E0368B2}">
      <dsp:nvSpPr>
        <dsp:cNvPr id="0" name=""/>
        <dsp:cNvSpPr/>
      </dsp:nvSpPr>
      <dsp:spPr>
        <a:xfrm>
          <a:off x="96967" y="438129"/>
          <a:ext cx="838372" cy="838372"/>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136B837-2C1B-4F31-88FE-5B17FA8C6FD6}">
      <dsp:nvSpPr>
        <dsp:cNvPr id="0" name=""/>
        <dsp:cNvSpPr/>
      </dsp:nvSpPr>
      <dsp:spPr>
        <a:xfrm>
          <a:off x="431702" y="-9820"/>
          <a:ext cx="903934" cy="903934"/>
        </a:xfrm>
        <a:prstGeom prst="circularArrow">
          <a:avLst>
            <a:gd name="adj1" fmla="val 5984"/>
            <a:gd name="adj2" fmla="val 394124"/>
            <a:gd name="adj3" fmla="val 13313824"/>
            <a:gd name="adj4" fmla="val 10508221"/>
            <a:gd name="adj5" fmla="val 698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36B522-F16A-44DF-A5BD-FA2A2FDFD64E}">
      <dsp:nvSpPr>
        <dsp:cNvPr id="0" name=""/>
        <dsp:cNvSpPr/>
      </dsp:nvSpPr>
      <dsp:spPr>
        <a:xfrm>
          <a:off x="290207" y="246717"/>
          <a:ext cx="1060532" cy="368308"/>
        </a:xfrm>
        <a:prstGeom prst="ellipse">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D24393-881C-489A-BE44-CB63A75307D4}">
      <dsp:nvSpPr>
        <dsp:cNvPr id="0" name=""/>
        <dsp:cNvSpPr/>
      </dsp:nvSpPr>
      <dsp:spPr>
        <a:xfrm>
          <a:off x="719353" y="1148580"/>
          <a:ext cx="205529" cy="131538"/>
        </a:xfrm>
        <a:prstGeom prst="down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9B8F9F6-F0DF-438B-89DA-5BB20B7686B4}">
      <dsp:nvSpPr>
        <dsp:cNvPr id="0" name=""/>
        <dsp:cNvSpPr/>
      </dsp:nvSpPr>
      <dsp:spPr>
        <a:xfrm>
          <a:off x="317176" y="1253811"/>
          <a:ext cx="986541" cy="246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56896" rIns="56896" bIns="56896" numCol="1" spcCol="1270" anchor="ctr" anchorCtr="0">
          <a:noAutofit/>
        </a:bodyPr>
        <a:lstStyle/>
        <a:p>
          <a:pPr lvl="0" algn="ctr" defTabSz="355600">
            <a:lnSpc>
              <a:spcPct val="90000"/>
            </a:lnSpc>
            <a:spcBef>
              <a:spcPct val="0"/>
            </a:spcBef>
            <a:spcAft>
              <a:spcPct val="35000"/>
            </a:spcAft>
          </a:pPr>
          <a:endParaRPr lang="en-US" sz="800" kern="1200" dirty="0" smtClean="0"/>
        </a:p>
      </dsp:txBody>
      <dsp:txXfrm>
        <a:off x="317176" y="1253811"/>
        <a:ext cx="986541" cy="246635"/>
      </dsp:txXfrm>
    </dsp:sp>
    <dsp:sp modelId="{C596C702-8F4C-40A1-8BE2-6C2630740DBA}">
      <dsp:nvSpPr>
        <dsp:cNvPr id="0" name=""/>
        <dsp:cNvSpPr/>
      </dsp:nvSpPr>
      <dsp:spPr>
        <a:xfrm>
          <a:off x="452164" y="267270"/>
          <a:ext cx="575482" cy="57548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smtClean="0"/>
            <a:t>Interpreter</a:t>
          </a:r>
          <a:endParaRPr lang="en-IN" sz="600" kern="1200" dirty="0"/>
        </a:p>
      </dsp:txBody>
      <dsp:txXfrm>
        <a:off x="536441" y="351547"/>
        <a:ext cx="406928" cy="406928"/>
      </dsp:txXfrm>
    </dsp:sp>
    <dsp:sp modelId="{186C1833-37DC-4DA8-A234-36F10FD3C754}">
      <dsp:nvSpPr>
        <dsp:cNvPr id="0" name=""/>
        <dsp:cNvSpPr/>
      </dsp:nvSpPr>
      <dsp:spPr>
        <a:xfrm>
          <a:off x="74560" y="-104536"/>
          <a:ext cx="1495115" cy="1532846"/>
        </a:xfrm>
        <a:prstGeom prst="funnel">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152F00-F65B-4C9A-89BA-69E4AA013015}">
      <dsp:nvSpPr>
        <dsp:cNvPr id="0" name=""/>
        <dsp:cNvSpPr/>
      </dsp:nvSpPr>
      <dsp:spPr>
        <a:xfrm rot="16200000">
          <a:off x="-85806" y="473142"/>
          <a:ext cx="701084" cy="1483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30798" bIns="0" numCol="1" spcCol="1270" anchor="t" anchorCtr="0">
          <a:noAutofit/>
        </a:bodyPr>
        <a:lstStyle/>
        <a:p>
          <a:pPr lvl="0" algn="r" defTabSz="444500">
            <a:lnSpc>
              <a:spcPct val="90000"/>
            </a:lnSpc>
            <a:spcBef>
              <a:spcPct val="0"/>
            </a:spcBef>
            <a:spcAft>
              <a:spcPct val="35000"/>
            </a:spcAft>
          </a:pPr>
          <a:endParaRPr lang="en-IN" sz="1000" kern="1200" dirty="0"/>
        </a:p>
      </dsp:txBody>
      <dsp:txXfrm>
        <a:off x="-85806" y="473142"/>
        <a:ext cx="701084" cy="148306"/>
      </dsp:txXfrm>
    </dsp:sp>
    <dsp:sp modelId="{6D426E6E-E7B7-407D-9C8C-8F0C9945BEB1}">
      <dsp:nvSpPr>
        <dsp:cNvPr id="0" name=""/>
        <dsp:cNvSpPr/>
      </dsp:nvSpPr>
      <dsp:spPr>
        <a:xfrm>
          <a:off x="338889" y="196753"/>
          <a:ext cx="1558457" cy="70108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30798" rIns="149352" bIns="14935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Windows OS</a:t>
          </a:r>
          <a:endParaRPr lang="en-IN" sz="1600" kern="1200" dirty="0"/>
        </a:p>
      </dsp:txBody>
      <dsp:txXfrm>
        <a:off x="338889" y="196753"/>
        <a:ext cx="1558457" cy="701084"/>
      </dsp:txXfrm>
    </dsp:sp>
    <dsp:sp modelId="{04C8F80D-31A2-422F-9944-773E7FE76FFF}">
      <dsp:nvSpPr>
        <dsp:cNvPr id="0" name=""/>
        <dsp:cNvSpPr/>
      </dsp:nvSpPr>
      <dsp:spPr>
        <a:xfrm>
          <a:off x="190582" y="988"/>
          <a:ext cx="296612" cy="296612"/>
        </a:xfrm>
        <a:prstGeom prst="rect">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4C757E6-85D3-4721-AFA4-EC7BA966BBA9}">
      <dsp:nvSpPr>
        <dsp:cNvPr id="0" name=""/>
        <dsp:cNvSpPr/>
      </dsp:nvSpPr>
      <dsp:spPr>
        <a:xfrm rot="16200000">
          <a:off x="2040811" y="473142"/>
          <a:ext cx="701084" cy="1483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30798" bIns="0" numCol="1" spcCol="1270" anchor="t" anchorCtr="0">
          <a:noAutofit/>
        </a:bodyPr>
        <a:lstStyle/>
        <a:p>
          <a:pPr lvl="0" algn="r" defTabSz="444500">
            <a:lnSpc>
              <a:spcPct val="90000"/>
            </a:lnSpc>
            <a:spcBef>
              <a:spcPct val="0"/>
            </a:spcBef>
            <a:spcAft>
              <a:spcPct val="35000"/>
            </a:spcAft>
          </a:pPr>
          <a:endParaRPr lang="en-IN" sz="1000" kern="1200" dirty="0"/>
        </a:p>
      </dsp:txBody>
      <dsp:txXfrm>
        <a:off x="2040811" y="473142"/>
        <a:ext cx="701084" cy="148306"/>
      </dsp:txXfrm>
    </dsp:sp>
    <dsp:sp modelId="{AAC200DD-D930-41D9-A641-DB958D2D96A8}">
      <dsp:nvSpPr>
        <dsp:cNvPr id="0" name=""/>
        <dsp:cNvSpPr/>
      </dsp:nvSpPr>
      <dsp:spPr>
        <a:xfrm>
          <a:off x="2465507" y="196753"/>
          <a:ext cx="1558457" cy="70108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30798" rIns="149352" bIns="14935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Linux OS</a:t>
          </a:r>
          <a:endParaRPr lang="en-IN" sz="1600" kern="1200" dirty="0"/>
        </a:p>
      </dsp:txBody>
      <dsp:txXfrm>
        <a:off x="2465507" y="196753"/>
        <a:ext cx="1558457" cy="701084"/>
      </dsp:txXfrm>
    </dsp:sp>
    <dsp:sp modelId="{DBDB81E4-D77A-4231-ADDB-07D970E1BC42}">
      <dsp:nvSpPr>
        <dsp:cNvPr id="0" name=""/>
        <dsp:cNvSpPr/>
      </dsp:nvSpPr>
      <dsp:spPr>
        <a:xfrm>
          <a:off x="2317200" y="988"/>
          <a:ext cx="296612" cy="296612"/>
        </a:xfrm>
        <a:prstGeom prst="rect">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263B05F-2DD7-48F8-A2DC-B51FEDBED99F}">
      <dsp:nvSpPr>
        <dsp:cNvPr id="0" name=""/>
        <dsp:cNvSpPr/>
      </dsp:nvSpPr>
      <dsp:spPr>
        <a:xfrm rot="16200000">
          <a:off x="4167429" y="473142"/>
          <a:ext cx="701084" cy="1483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30798" bIns="0" numCol="1" spcCol="1270" anchor="t" anchorCtr="0">
          <a:noAutofit/>
        </a:bodyPr>
        <a:lstStyle/>
        <a:p>
          <a:pPr lvl="0" algn="r" defTabSz="444500">
            <a:lnSpc>
              <a:spcPct val="90000"/>
            </a:lnSpc>
            <a:spcBef>
              <a:spcPct val="0"/>
            </a:spcBef>
            <a:spcAft>
              <a:spcPct val="35000"/>
            </a:spcAft>
          </a:pPr>
          <a:endParaRPr lang="en-IN" sz="1000" kern="1200"/>
        </a:p>
      </dsp:txBody>
      <dsp:txXfrm>
        <a:off x="4167429" y="473142"/>
        <a:ext cx="701084" cy="148306"/>
      </dsp:txXfrm>
    </dsp:sp>
    <dsp:sp modelId="{0A0FD357-F664-4CDE-B015-8330BDF17083}">
      <dsp:nvSpPr>
        <dsp:cNvPr id="0" name=""/>
        <dsp:cNvSpPr/>
      </dsp:nvSpPr>
      <dsp:spPr>
        <a:xfrm>
          <a:off x="4592125" y="196753"/>
          <a:ext cx="1558457" cy="70108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30798" rIns="149352" bIns="14935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Mac OS</a:t>
          </a:r>
          <a:endParaRPr lang="en-IN" sz="1600" kern="1200" dirty="0"/>
        </a:p>
      </dsp:txBody>
      <dsp:txXfrm>
        <a:off x="4592125" y="196753"/>
        <a:ext cx="1558457" cy="701084"/>
      </dsp:txXfrm>
    </dsp:sp>
    <dsp:sp modelId="{3E483C61-C4E4-42CB-B8A7-61841079351A}">
      <dsp:nvSpPr>
        <dsp:cNvPr id="0" name=""/>
        <dsp:cNvSpPr/>
      </dsp:nvSpPr>
      <dsp:spPr>
        <a:xfrm>
          <a:off x="4443818" y="988"/>
          <a:ext cx="296612" cy="296612"/>
        </a:xfrm>
        <a:prstGeom prst="rect">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3.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14BFA9-489F-430C-B952-0D7B150B5ECB}" type="datetimeFigureOut">
              <a:rPr lang="en-IN" smtClean="0"/>
              <a:t>21-09-2024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A0B3E5-BA31-4229-B909-00F4A719698C}" type="slidenum">
              <a:rPr lang="en-IN" smtClean="0"/>
              <a:t>‹#›</a:t>
            </a:fld>
            <a:endParaRPr lang="en-IN"/>
          </a:p>
        </p:txBody>
      </p:sp>
    </p:spTree>
    <p:extLst>
      <p:ext uri="{BB962C8B-B14F-4D97-AF65-F5344CB8AC3E}">
        <p14:creationId xmlns:p14="http://schemas.microsoft.com/office/powerpoint/2010/main" val="3622159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7D53D4-ADD2-48AC-8994-14A51F0D23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70537EA9-7966-48DB-8A37-F2A824B840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865E772E-FB9A-427D-A4FB-DDA4C7000266}"/>
              </a:ext>
            </a:extLst>
          </p:cNvPr>
          <p:cNvSpPr>
            <a:spLocks noGrp="1"/>
          </p:cNvSpPr>
          <p:nvPr>
            <p:ph type="dt" sz="half" idx="10"/>
          </p:nvPr>
        </p:nvSpPr>
        <p:spPr/>
        <p:txBody>
          <a:bodyPr/>
          <a:lstStyle/>
          <a:p>
            <a:fld id="{D43C962E-B355-4A73-94D4-85F4D0D6C3E9}" type="datetime1">
              <a:rPr lang="en-US" smtClean="0"/>
              <a:t>9/21/2024</a:t>
            </a:fld>
            <a:endParaRPr lang="en-US"/>
          </a:p>
        </p:txBody>
      </p:sp>
      <p:sp>
        <p:nvSpPr>
          <p:cNvPr id="5" name="Footer Placeholder 4">
            <a:extLst>
              <a:ext uri="{FF2B5EF4-FFF2-40B4-BE49-F238E27FC236}">
                <a16:creationId xmlns:a16="http://schemas.microsoft.com/office/drawing/2014/main" xmlns="" id="{F37A32E3-D1D5-46C6-AB63-9F796F5BEC05}"/>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xmlns="" id="{756DE672-2E16-4C2D-BE2B-5E484F172565}"/>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274145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69C132-9C22-4029-B989-13CBB40B57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929E3EE7-F4CB-4065-A44E-0318879BBF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03DB2CBC-33D2-4A33-B187-2CD7DA66C582}"/>
              </a:ext>
            </a:extLst>
          </p:cNvPr>
          <p:cNvSpPr>
            <a:spLocks noGrp="1"/>
          </p:cNvSpPr>
          <p:nvPr>
            <p:ph type="dt" sz="half" idx="10"/>
          </p:nvPr>
        </p:nvSpPr>
        <p:spPr/>
        <p:txBody>
          <a:bodyPr/>
          <a:lstStyle/>
          <a:p>
            <a:fld id="{A720943F-329E-46A9-B421-587C41D72B6E}" type="datetime1">
              <a:rPr lang="en-US" smtClean="0"/>
              <a:t>9/21/2024</a:t>
            </a:fld>
            <a:endParaRPr lang="en-US"/>
          </a:p>
        </p:txBody>
      </p:sp>
      <p:sp>
        <p:nvSpPr>
          <p:cNvPr id="5" name="Footer Placeholder 4">
            <a:extLst>
              <a:ext uri="{FF2B5EF4-FFF2-40B4-BE49-F238E27FC236}">
                <a16:creationId xmlns:a16="http://schemas.microsoft.com/office/drawing/2014/main" xmlns="" id="{D98BBEDA-6CC0-4558-9D29-AB6DD426BB7A}"/>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xmlns="" id="{7CAA790F-764D-42B5-A732-7C09D26BA16F}"/>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048941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D30C65-FF2A-4010-8C73-BB6E501313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D724171B-58EF-43B4-84A8-E189462C4D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3D6566F5-22D5-459C-990D-7013F4D89A32}"/>
              </a:ext>
            </a:extLst>
          </p:cNvPr>
          <p:cNvSpPr>
            <a:spLocks noGrp="1"/>
          </p:cNvSpPr>
          <p:nvPr>
            <p:ph type="dt" sz="half" idx="10"/>
          </p:nvPr>
        </p:nvSpPr>
        <p:spPr/>
        <p:txBody>
          <a:bodyPr/>
          <a:lstStyle/>
          <a:p>
            <a:fld id="{3DE8F853-2FCB-44E7-AA23-6E2C00B67347}" type="datetime1">
              <a:rPr lang="en-US" smtClean="0"/>
              <a:t>9/21/2024</a:t>
            </a:fld>
            <a:endParaRPr lang="en-US"/>
          </a:p>
        </p:txBody>
      </p:sp>
      <p:sp>
        <p:nvSpPr>
          <p:cNvPr id="5" name="Footer Placeholder 4">
            <a:extLst>
              <a:ext uri="{FF2B5EF4-FFF2-40B4-BE49-F238E27FC236}">
                <a16:creationId xmlns:a16="http://schemas.microsoft.com/office/drawing/2014/main" xmlns="" id="{D96CC63D-E273-4AAA-95C9-E401177BF957}"/>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xmlns="" id="{DDBCFC71-6835-40D7-B028-B3CB4223C1F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674272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AD4678-1CB9-4E61-9A69-472A205AB7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62D61F08-F7B7-408E-BEDD-156B3EB710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202C45BB-AABE-4D19-813B-EC4B595055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849E3F09-087B-4D93-9258-8AF6657B21C4}"/>
              </a:ext>
            </a:extLst>
          </p:cNvPr>
          <p:cNvSpPr>
            <a:spLocks noGrp="1"/>
          </p:cNvSpPr>
          <p:nvPr>
            <p:ph type="dt" sz="half" idx="10"/>
          </p:nvPr>
        </p:nvSpPr>
        <p:spPr/>
        <p:txBody>
          <a:bodyPr/>
          <a:lstStyle/>
          <a:p>
            <a:fld id="{76226F3E-B080-4209-BB39-18A349C52E6A}" type="datetime1">
              <a:rPr lang="en-US" smtClean="0"/>
              <a:t>9/21/2024</a:t>
            </a:fld>
            <a:endParaRPr lang="en-US"/>
          </a:p>
        </p:txBody>
      </p:sp>
      <p:sp>
        <p:nvSpPr>
          <p:cNvPr id="6" name="Footer Placeholder 5">
            <a:extLst>
              <a:ext uri="{FF2B5EF4-FFF2-40B4-BE49-F238E27FC236}">
                <a16:creationId xmlns:a16="http://schemas.microsoft.com/office/drawing/2014/main" xmlns="" id="{60944505-AD8E-4AAE-91A7-1E3E3739CD3F}"/>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a16="http://schemas.microsoft.com/office/drawing/2014/main" xmlns="" id="{9E6EA56F-3ACC-4F18-9178-D44D8FC27BB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937096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3E4EF0-CA05-417F-B465-4F0A092954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9F4F7286-079E-4D01-9619-DC462E5936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4719288F-0A0B-483F-BB13-3EDE5C3DA2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672A0B30-266B-488F-B6CB-4AD30D85DF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23F90638-24C7-42C8-8931-B2B3484939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9C666EBA-30E0-4DF0-96BE-62BE6AB519DD}"/>
              </a:ext>
            </a:extLst>
          </p:cNvPr>
          <p:cNvSpPr>
            <a:spLocks noGrp="1"/>
          </p:cNvSpPr>
          <p:nvPr>
            <p:ph type="dt" sz="half" idx="10"/>
          </p:nvPr>
        </p:nvSpPr>
        <p:spPr/>
        <p:txBody>
          <a:bodyPr/>
          <a:lstStyle/>
          <a:p>
            <a:fld id="{E05F32E6-B674-4A72-9B92-4E51C314F7F5}" type="datetime1">
              <a:rPr lang="en-US" smtClean="0"/>
              <a:t>9/21/2024</a:t>
            </a:fld>
            <a:endParaRPr lang="en-US"/>
          </a:p>
        </p:txBody>
      </p:sp>
      <p:sp>
        <p:nvSpPr>
          <p:cNvPr id="8" name="Footer Placeholder 7">
            <a:extLst>
              <a:ext uri="{FF2B5EF4-FFF2-40B4-BE49-F238E27FC236}">
                <a16:creationId xmlns:a16="http://schemas.microsoft.com/office/drawing/2014/main" xmlns="" id="{93E8E635-E195-41C7-81C8-D3344936196F}"/>
              </a:ext>
            </a:extLst>
          </p:cNvPr>
          <p:cNvSpPr>
            <a:spLocks noGrp="1"/>
          </p:cNvSpPr>
          <p:nvPr>
            <p:ph type="ftr" sz="quarter" idx="11"/>
          </p:nvPr>
        </p:nvSpPr>
        <p:spPr/>
        <p:txBody>
          <a:bodyPr/>
          <a:lstStyle/>
          <a:p>
            <a:r>
              <a:rPr lang="en-US"/>
              <a:t>Suryanarayana</a:t>
            </a:r>
          </a:p>
        </p:txBody>
      </p:sp>
      <p:sp>
        <p:nvSpPr>
          <p:cNvPr id="9" name="Slide Number Placeholder 8">
            <a:extLst>
              <a:ext uri="{FF2B5EF4-FFF2-40B4-BE49-F238E27FC236}">
                <a16:creationId xmlns:a16="http://schemas.microsoft.com/office/drawing/2014/main" xmlns="" id="{F9780DF9-B1D9-49B8-81AF-4B716B67A25C}"/>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476524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9DFEEF-8D2B-4F54-B662-31AEFD3DB8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C1297C29-F3EE-4250-9919-93948D0BEEB6}"/>
              </a:ext>
            </a:extLst>
          </p:cNvPr>
          <p:cNvSpPr>
            <a:spLocks noGrp="1"/>
          </p:cNvSpPr>
          <p:nvPr>
            <p:ph type="dt" sz="half" idx="10"/>
          </p:nvPr>
        </p:nvSpPr>
        <p:spPr/>
        <p:txBody>
          <a:bodyPr/>
          <a:lstStyle/>
          <a:p>
            <a:fld id="{812DE330-1731-413C-AAAD-A8D12D72346D}" type="datetime1">
              <a:rPr lang="en-US" smtClean="0"/>
              <a:t>9/21/2024</a:t>
            </a:fld>
            <a:endParaRPr lang="en-US"/>
          </a:p>
        </p:txBody>
      </p:sp>
      <p:sp>
        <p:nvSpPr>
          <p:cNvPr id="4" name="Footer Placeholder 3">
            <a:extLst>
              <a:ext uri="{FF2B5EF4-FFF2-40B4-BE49-F238E27FC236}">
                <a16:creationId xmlns:a16="http://schemas.microsoft.com/office/drawing/2014/main" xmlns="" id="{34AADB8D-7767-4295-999A-A9CDFEC2CE05}"/>
              </a:ext>
            </a:extLst>
          </p:cNvPr>
          <p:cNvSpPr>
            <a:spLocks noGrp="1"/>
          </p:cNvSpPr>
          <p:nvPr>
            <p:ph type="ftr" sz="quarter" idx="11"/>
          </p:nvPr>
        </p:nvSpPr>
        <p:spPr/>
        <p:txBody>
          <a:bodyPr/>
          <a:lstStyle/>
          <a:p>
            <a:r>
              <a:rPr lang="en-US"/>
              <a:t>Suryanarayana</a:t>
            </a:r>
          </a:p>
        </p:txBody>
      </p:sp>
      <p:sp>
        <p:nvSpPr>
          <p:cNvPr id="5" name="Slide Number Placeholder 4">
            <a:extLst>
              <a:ext uri="{FF2B5EF4-FFF2-40B4-BE49-F238E27FC236}">
                <a16:creationId xmlns:a16="http://schemas.microsoft.com/office/drawing/2014/main" xmlns="" id="{A0748590-559B-4E6B-AF48-236BD7F81832}"/>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155143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A9AAAFAD-BAB5-47A0-9962-AC707DCEEC4C}"/>
              </a:ext>
            </a:extLst>
          </p:cNvPr>
          <p:cNvSpPr>
            <a:spLocks noGrp="1"/>
          </p:cNvSpPr>
          <p:nvPr>
            <p:ph type="dt" sz="half" idx="10"/>
          </p:nvPr>
        </p:nvSpPr>
        <p:spPr/>
        <p:txBody>
          <a:bodyPr/>
          <a:lstStyle/>
          <a:p>
            <a:fld id="{128F8CAD-8E12-4AE4-96BA-42C7D434231A}" type="datetime1">
              <a:rPr lang="en-US" smtClean="0"/>
              <a:t>9/21/2024</a:t>
            </a:fld>
            <a:endParaRPr lang="en-US"/>
          </a:p>
        </p:txBody>
      </p:sp>
      <p:sp>
        <p:nvSpPr>
          <p:cNvPr id="3" name="Footer Placeholder 2">
            <a:extLst>
              <a:ext uri="{FF2B5EF4-FFF2-40B4-BE49-F238E27FC236}">
                <a16:creationId xmlns:a16="http://schemas.microsoft.com/office/drawing/2014/main" xmlns="" id="{BE7E0FD4-2958-49A6-9B7B-5BCE813DA778}"/>
              </a:ext>
            </a:extLst>
          </p:cNvPr>
          <p:cNvSpPr>
            <a:spLocks noGrp="1"/>
          </p:cNvSpPr>
          <p:nvPr>
            <p:ph type="ftr" sz="quarter" idx="11"/>
          </p:nvPr>
        </p:nvSpPr>
        <p:spPr/>
        <p:txBody>
          <a:bodyPr/>
          <a:lstStyle/>
          <a:p>
            <a:r>
              <a:rPr lang="en-US"/>
              <a:t>Suryanarayana</a:t>
            </a:r>
          </a:p>
        </p:txBody>
      </p:sp>
      <p:sp>
        <p:nvSpPr>
          <p:cNvPr id="4" name="Slide Number Placeholder 3">
            <a:extLst>
              <a:ext uri="{FF2B5EF4-FFF2-40B4-BE49-F238E27FC236}">
                <a16:creationId xmlns:a16="http://schemas.microsoft.com/office/drawing/2014/main" xmlns="" id="{D47CCC7F-90C7-40A3-A729-679A94EC8C3E}"/>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527961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A927E8-8760-4B04-BDEF-1AC275A529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D112E94A-ABB1-48E4-A3B6-4DA4142EC1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1BF4EB3F-9F7E-4886-B5A3-9143917E74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DD7C9E36-A297-4BF1-AC4B-B05E7A56454F}"/>
              </a:ext>
            </a:extLst>
          </p:cNvPr>
          <p:cNvSpPr>
            <a:spLocks noGrp="1"/>
          </p:cNvSpPr>
          <p:nvPr>
            <p:ph type="dt" sz="half" idx="10"/>
          </p:nvPr>
        </p:nvSpPr>
        <p:spPr/>
        <p:txBody>
          <a:bodyPr/>
          <a:lstStyle/>
          <a:p>
            <a:fld id="{B235A675-BB78-4DAF-AEE6-02B9C97BA8DE}" type="datetime1">
              <a:rPr lang="en-US" smtClean="0"/>
              <a:t>9/21/2024</a:t>
            </a:fld>
            <a:endParaRPr lang="en-US"/>
          </a:p>
        </p:txBody>
      </p:sp>
      <p:sp>
        <p:nvSpPr>
          <p:cNvPr id="6" name="Footer Placeholder 5">
            <a:extLst>
              <a:ext uri="{FF2B5EF4-FFF2-40B4-BE49-F238E27FC236}">
                <a16:creationId xmlns:a16="http://schemas.microsoft.com/office/drawing/2014/main" xmlns="" id="{3C0882DF-10C8-41FD-B12B-C4E3CD891900}"/>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a16="http://schemas.microsoft.com/office/drawing/2014/main" xmlns="" id="{3A6D6DCD-5CAB-493D-B90D-5FB3795C302B}"/>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628650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8D295E-4A9D-40B5-962D-C4201C17D0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68576C82-F6F1-4481-84C6-40A1DE0A0A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E08E40E7-4BEF-4AE8-A81B-8308860BF9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DDED0C40-7C93-47EE-B801-F4B254FD1134}"/>
              </a:ext>
            </a:extLst>
          </p:cNvPr>
          <p:cNvSpPr>
            <a:spLocks noGrp="1"/>
          </p:cNvSpPr>
          <p:nvPr>
            <p:ph type="dt" sz="half" idx="10"/>
          </p:nvPr>
        </p:nvSpPr>
        <p:spPr/>
        <p:txBody>
          <a:bodyPr/>
          <a:lstStyle/>
          <a:p>
            <a:fld id="{36065958-C0AA-417F-B79B-C6A7AD9D447D}" type="datetime1">
              <a:rPr lang="en-US" smtClean="0"/>
              <a:t>9/21/2024</a:t>
            </a:fld>
            <a:endParaRPr lang="en-US"/>
          </a:p>
        </p:txBody>
      </p:sp>
      <p:sp>
        <p:nvSpPr>
          <p:cNvPr id="6" name="Footer Placeholder 5">
            <a:extLst>
              <a:ext uri="{FF2B5EF4-FFF2-40B4-BE49-F238E27FC236}">
                <a16:creationId xmlns:a16="http://schemas.microsoft.com/office/drawing/2014/main" xmlns="" id="{F08C15F7-71FB-46EE-9034-CEFA37850DE6}"/>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a16="http://schemas.microsoft.com/office/drawing/2014/main" xmlns="" id="{0A5B243A-27C1-407B-995C-C80EDDD36005}"/>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1060794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B3B020-63B9-4BF9-B46E-630CCA8D14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F7A50300-809F-4B1C-BF1F-2C1EF82E1C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A7BD4618-E7CC-4722-B3AA-20767EE3B7EC}"/>
              </a:ext>
            </a:extLst>
          </p:cNvPr>
          <p:cNvSpPr>
            <a:spLocks noGrp="1"/>
          </p:cNvSpPr>
          <p:nvPr>
            <p:ph type="dt" sz="half" idx="10"/>
          </p:nvPr>
        </p:nvSpPr>
        <p:spPr/>
        <p:txBody>
          <a:bodyPr/>
          <a:lstStyle/>
          <a:p>
            <a:fld id="{62AFC075-6B8F-437B-8451-DC6AF234FF30}" type="datetime1">
              <a:rPr lang="en-US" smtClean="0"/>
              <a:t>9/21/2024</a:t>
            </a:fld>
            <a:endParaRPr lang="en-US"/>
          </a:p>
        </p:txBody>
      </p:sp>
      <p:sp>
        <p:nvSpPr>
          <p:cNvPr id="5" name="Footer Placeholder 4">
            <a:extLst>
              <a:ext uri="{FF2B5EF4-FFF2-40B4-BE49-F238E27FC236}">
                <a16:creationId xmlns:a16="http://schemas.microsoft.com/office/drawing/2014/main" xmlns="" id="{6EEC0B0F-962D-40AE-ABD3-0EA484E15F63}"/>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xmlns="" id="{0740AE87-E966-4036-A783-F3B9616652AB}"/>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271180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03D95C4-7F0B-4781-8E51-FCBD7CF6CD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9636C176-4EC6-451D-9FCF-4E0B4E7988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EE842DD7-D7F2-4D2D-B342-780C9519A101}"/>
              </a:ext>
            </a:extLst>
          </p:cNvPr>
          <p:cNvSpPr>
            <a:spLocks noGrp="1"/>
          </p:cNvSpPr>
          <p:nvPr>
            <p:ph type="dt" sz="half" idx="10"/>
          </p:nvPr>
        </p:nvSpPr>
        <p:spPr/>
        <p:txBody>
          <a:bodyPr/>
          <a:lstStyle/>
          <a:p>
            <a:fld id="{E9848482-3B9F-4A6C-971C-2A563E7DD183}" type="datetime1">
              <a:rPr lang="en-US" smtClean="0"/>
              <a:t>9/21/2024</a:t>
            </a:fld>
            <a:endParaRPr lang="en-US"/>
          </a:p>
        </p:txBody>
      </p:sp>
      <p:sp>
        <p:nvSpPr>
          <p:cNvPr id="5" name="Footer Placeholder 4">
            <a:extLst>
              <a:ext uri="{FF2B5EF4-FFF2-40B4-BE49-F238E27FC236}">
                <a16:creationId xmlns:a16="http://schemas.microsoft.com/office/drawing/2014/main" xmlns="" id="{FB1DD1C9-3310-40BF-A04F-E566FCA50C24}"/>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xmlns="" id="{CD9A0831-D597-4CA4-AB0B-B9DDC151CB0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545315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A3B9F031-B0EE-4257-8C48-672A5B27A7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EACC5C53-8193-4B94-A5A2-9272C0FC20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BA7540B0-D806-4E03-A997-E808A0A9AF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7F55D0-FE09-468A-B188-C0ED62A56B89}" type="datetime1">
              <a:rPr lang="en-US" smtClean="0"/>
              <a:t>9/21/2024</a:t>
            </a:fld>
            <a:endParaRPr lang="en-US"/>
          </a:p>
        </p:txBody>
      </p:sp>
      <p:sp>
        <p:nvSpPr>
          <p:cNvPr id="5" name="Footer Placeholder 4">
            <a:extLst>
              <a:ext uri="{FF2B5EF4-FFF2-40B4-BE49-F238E27FC236}">
                <a16:creationId xmlns:a16="http://schemas.microsoft.com/office/drawing/2014/main" xmlns="" id="{44CBE7AA-0209-485D-98A0-22386CF87E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Suryanarayana</a:t>
            </a:r>
          </a:p>
        </p:txBody>
      </p:sp>
      <p:sp>
        <p:nvSpPr>
          <p:cNvPr id="6" name="Slide Number Placeholder 5">
            <a:extLst>
              <a:ext uri="{FF2B5EF4-FFF2-40B4-BE49-F238E27FC236}">
                <a16:creationId xmlns:a16="http://schemas.microsoft.com/office/drawing/2014/main" xmlns="" id="{7362E21E-194A-44F2-8CEA-40483DA3B7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9A21A4-CB3A-4A18-A46B-5DD19456934C}" type="slidenum">
              <a:rPr lang="en-US" smtClean="0"/>
              <a:t>‹#›</a:t>
            </a:fld>
            <a:endParaRPr lang="en-US"/>
          </a:p>
        </p:txBody>
      </p:sp>
    </p:spTree>
    <p:extLst>
      <p:ext uri="{BB962C8B-B14F-4D97-AF65-F5344CB8AC3E}">
        <p14:creationId xmlns:p14="http://schemas.microsoft.com/office/powerpoint/2010/main" val="39343785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 Type="http://schemas.openxmlformats.org/officeDocument/2006/relationships/image" Target="../media/image5.png"/><Relationship Id="rId16" Type="http://schemas.openxmlformats.org/officeDocument/2006/relationships/diagramColors" Target="../diagrams/colors3.xml"/><Relationship Id="rId1" Type="http://schemas.openxmlformats.org/officeDocument/2006/relationships/slideLayout" Target="../slideLayouts/slideLayout1.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5" Type="http://schemas.openxmlformats.org/officeDocument/2006/relationships/diagramQuickStyle" Target="../diagrams/quickStyle3.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jpeg"/></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2" name="Flowchart: Terminator 21">
              <a:extLst>
                <a:ext uri="{FF2B5EF4-FFF2-40B4-BE49-F238E27FC236}">
                  <a16:creationId xmlns:a16="http://schemas.microsoft.com/office/drawing/2014/main" xmlns="" id="{EC09E713-EDB5-4C72-9BF3-C3CCEC62B0A3}"/>
                </a:ext>
              </a:extLst>
            </p:cNvPr>
            <p:cNvSpPr/>
            <p:nvPr/>
          </p:nvSpPr>
          <p:spPr>
            <a:xfrm>
              <a:off x="2931693" y="0"/>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a16="http://schemas.microsoft.com/office/drawing/2014/main" xmlns="" id="{8926E692-C2BA-4CA4-96A9-4894146636A4}"/>
              </a:ext>
            </a:extLst>
          </p:cNvPr>
          <p:cNvSpPr txBox="1"/>
          <p:nvPr/>
        </p:nvSpPr>
        <p:spPr>
          <a:xfrm>
            <a:off x="2679329" y="2155542"/>
            <a:ext cx="5955476" cy="923330"/>
          </a:xfrm>
          <a:prstGeom prst="rect">
            <a:avLst/>
          </a:prstGeom>
          <a:noFill/>
        </p:spPr>
        <p:txBody>
          <a:bodyPr wrap="none" rtlCol="0">
            <a:spAutoFit/>
          </a:bodyPr>
          <a:lstStyle/>
          <a:p>
            <a:r>
              <a:rPr lang="en-US" sz="5400" b="1" dirty="0">
                <a:solidFill>
                  <a:srgbClr val="0000FF"/>
                </a:solidFill>
                <a:latin typeface="Arial" panose="020B0604020202020204" pitchFamily="34" charset="0"/>
                <a:cs typeface="Arial" panose="020B0604020202020204" pitchFamily="34" charset="0"/>
              </a:rPr>
              <a:t>Java Introduction</a:t>
            </a:r>
          </a:p>
        </p:txBody>
      </p:sp>
      <p:sp>
        <p:nvSpPr>
          <p:cNvPr id="7" name="Footer Placeholder 6">
            <a:extLst>
              <a:ext uri="{FF2B5EF4-FFF2-40B4-BE49-F238E27FC236}">
                <a16:creationId xmlns:a16="http://schemas.microsoft.com/office/drawing/2014/main" xmlns="" id="{07DFF7F6-ECFD-9FE1-DEF6-7AE053AFAA25}"/>
              </a:ext>
            </a:extLst>
          </p:cNvPr>
          <p:cNvSpPr>
            <a:spLocks noGrp="1"/>
          </p:cNvSpPr>
          <p:nvPr>
            <p:ph type="ftr" sz="quarter" idx="11"/>
          </p:nvPr>
        </p:nvSpPr>
        <p:spPr/>
        <p:txBody>
          <a:bodyPr/>
          <a:lstStyle/>
          <a:p>
            <a:r>
              <a:rPr lang="en-US" sz="1600" b="1" dirty="0">
                <a:solidFill>
                  <a:schemeClr val="tx1">
                    <a:lumMod val="95000"/>
                    <a:lumOff val="5000"/>
                  </a:schemeClr>
                </a:solidFill>
              </a:rPr>
              <a:t>Suryanarayana</a:t>
            </a:r>
            <a:endParaRPr lang="en-US" b="1" dirty="0">
              <a:solidFill>
                <a:schemeClr val="tx1">
                  <a:lumMod val="95000"/>
                  <a:lumOff val="5000"/>
                </a:schemeClr>
              </a:solidFill>
            </a:endParaRPr>
          </a:p>
        </p:txBody>
      </p:sp>
      <p:sp>
        <p:nvSpPr>
          <p:cNvPr id="9" name="AutoShape 2" descr="Free Java Logo Icon - IconScou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4" descr="Free Java Logo Icon - IconScou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0" name="Picture 6" descr="Java Vertical Logo PNG vector in SVG, PDF, AI, CDR forma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062" y="2953590"/>
            <a:ext cx="4226010" cy="31719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3437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ln>
                  <a:solidFill>
                    <a:srgbClr val="002060"/>
                  </a:solidFill>
                </a:ln>
                <a:solidFill>
                  <a:srgbClr val="002060"/>
                </a:solidFill>
                <a:latin typeface="Times New Roman" panose="02020603050405020304" pitchFamily="18" charset="0"/>
              </a:rPr>
              <a:t>TOC</a:t>
            </a:r>
          </a:p>
        </p:txBody>
      </p:sp>
      <p:grpSp>
        <p:nvGrpSpPr>
          <p:cNvPr id="11" name="Group 10">
            <a:extLst>
              <a:ext uri="{FF2B5EF4-FFF2-40B4-BE49-F238E27FC236}">
                <a16:creationId xmlns:a16="http://schemas.microsoft.com/office/drawing/2014/main" xmlns=""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xmlns=""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xmlns=""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xmlns=""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xmlns=""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xmlns=""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xmlns="" id="{B961A074-E68F-49BA-A38E-4E9581D34A8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2" name="TextBox 11">
            <a:extLst>
              <a:ext uri="{FF2B5EF4-FFF2-40B4-BE49-F238E27FC236}">
                <a16:creationId xmlns:a16="http://schemas.microsoft.com/office/drawing/2014/main" xmlns="" id="{86816F5F-9652-4926-B0A3-4399ADF0FAD5}"/>
              </a:ext>
            </a:extLst>
          </p:cNvPr>
          <p:cNvSpPr txBox="1"/>
          <p:nvPr/>
        </p:nvSpPr>
        <p:spPr>
          <a:xfrm>
            <a:off x="862323" y="1015709"/>
            <a:ext cx="7596204" cy="2246769"/>
          </a:xfrm>
          <a:prstGeom prst="rect">
            <a:avLst/>
          </a:prstGeom>
          <a:noFill/>
        </p:spPr>
        <p:txBody>
          <a:bodyPr wrap="square" rtlCol="0">
            <a:spAutoFit/>
          </a:bodyPr>
          <a:lstStyle/>
          <a:p>
            <a:pPr marL="457200" indent="-457200">
              <a:buFont typeface="Wingdings" panose="05000000000000000000" pitchFamily="2" charset="2"/>
              <a:buChar char="v"/>
            </a:pPr>
            <a:r>
              <a:rPr lang="en-IN" sz="2800" b="1" dirty="0"/>
              <a:t>Java Language Introduction</a:t>
            </a:r>
          </a:p>
          <a:p>
            <a:pPr marL="457200" indent="-457200">
              <a:buFont typeface="Wingdings" panose="05000000000000000000" pitchFamily="2" charset="2"/>
              <a:buChar char="v"/>
            </a:pPr>
            <a:r>
              <a:rPr lang="en-IN" sz="2800" b="1" dirty="0"/>
              <a:t>Java Versions</a:t>
            </a:r>
          </a:p>
          <a:p>
            <a:pPr marL="457200" indent="-457200">
              <a:buFont typeface="Wingdings" panose="05000000000000000000" pitchFamily="2" charset="2"/>
              <a:buChar char="v"/>
            </a:pPr>
            <a:r>
              <a:rPr lang="en-IN" sz="2800" b="1" dirty="0"/>
              <a:t>Java Features</a:t>
            </a:r>
          </a:p>
          <a:p>
            <a:pPr marL="457200" indent="-457200">
              <a:buFont typeface="Wingdings" panose="05000000000000000000" pitchFamily="2" charset="2"/>
              <a:buChar char="v"/>
            </a:pPr>
            <a:r>
              <a:rPr lang="en-IN" sz="2800" b="1" dirty="0"/>
              <a:t>Java Software Installation</a:t>
            </a:r>
          </a:p>
          <a:p>
            <a:pPr marL="457200" indent="-457200">
              <a:buFont typeface="Wingdings" panose="05000000000000000000" pitchFamily="2" charset="2"/>
              <a:buChar char="v"/>
            </a:pPr>
            <a:r>
              <a:rPr lang="en-IN" sz="2800" b="1" dirty="0"/>
              <a:t>Hello Program Execution</a:t>
            </a:r>
          </a:p>
        </p:txBody>
      </p:sp>
      <p:sp>
        <p:nvSpPr>
          <p:cNvPr id="3" name="Footer Placeholder 2">
            <a:extLst>
              <a:ext uri="{FF2B5EF4-FFF2-40B4-BE49-F238E27FC236}">
                <a16:creationId xmlns:a16="http://schemas.microsoft.com/office/drawing/2014/main" xmlns="" id="{B010ADBF-C9FD-AD95-CB6A-6C1A6E748802}"/>
              </a:ext>
            </a:extLst>
          </p:cNvPr>
          <p:cNvSpPr>
            <a:spLocks noGrp="1"/>
          </p:cNvSpPr>
          <p:nvPr>
            <p:ph type="ftr" sz="quarter" idx="11"/>
          </p:nvPr>
        </p:nvSpPr>
        <p:spPr/>
        <p:txBody>
          <a:bodyPr/>
          <a:lstStyle/>
          <a:p>
            <a:r>
              <a:rPr lang="en-US" b="1" dirty="0"/>
              <a:t>Suryanarayana</a:t>
            </a:r>
          </a:p>
        </p:txBody>
      </p:sp>
      <p:sp>
        <p:nvSpPr>
          <p:cNvPr id="5" name="AutoShape 2" descr="James Gosling - Amazon Web Services | LinkedI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4" descr="James Gosling - Amazon Web Services | LinkedIn"/>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6" descr="James Gosling - Faces of Open Source"/>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8" descr="James Gosling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8" name="Picture 10" descr="From Oak to Java: The Evolution of a Programming Language&quot; | by Yogeshwaran  | Apr, 2023 | Candlemon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350" y="3262478"/>
            <a:ext cx="5531953" cy="3108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8161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xmlns="" id="{7E98CE76-E576-4132-956F-6E4B91556344}"/>
              </a:ext>
            </a:extLst>
          </p:cNvPr>
          <p:cNvSpPr txBox="1"/>
          <p:nvPr/>
        </p:nvSpPr>
        <p:spPr>
          <a:xfrm>
            <a:off x="258856" y="904965"/>
            <a:ext cx="7885302" cy="1200329"/>
          </a:xfrm>
          <a:prstGeom prst="rect">
            <a:avLst/>
          </a:prstGeom>
          <a:noFill/>
        </p:spPr>
        <p:txBody>
          <a:bodyPr wrap="square" rtlCol="0">
            <a:spAutoFit/>
          </a:bodyPr>
          <a:lstStyle/>
          <a:p>
            <a:pPr marL="285750" indent="-285750" algn="just">
              <a:buFont typeface="Wingdings" panose="05000000000000000000" pitchFamily="2" charset="2"/>
              <a:buChar char="v"/>
            </a:pPr>
            <a:r>
              <a:rPr lang="en-IN" b="1" dirty="0"/>
              <a:t>‘C’ developed by Dennis </a:t>
            </a:r>
            <a:r>
              <a:rPr lang="en-IN" b="1" dirty="0" err="1"/>
              <a:t>MacAlistair</a:t>
            </a:r>
            <a:r>
              <a:rPr lang="en-IN" b="1" dirty="0"/>
              <a:t> Ritchie – 1973</a:t>
            </a:r>
          </a:p>
          <a:p>
            <a:pPr marL="285750" indent="-285750" algn="just">
              <a:buFont typeface="Wingdings" panose="05000000000000000000" pitchFamily="2" charset="2"/>
              <a:buChar char="v"/>
            </a:pPr>
            <a:r>
              <a:rPr lang="en-IN" b="1" dirty="0"/>
              <a:t>C++ developed by ‘Bjarne </a:t>
            </a:r>
            <a:r>
              <a:rPr lang="en-IN" b="1" dirty="0" err="1"/>
              <a:t>Stroustrup</a:t>
            </a:r>
            <a:r>
              <a:rPr lang="en-IN" b="1" dirty="0"/>
              <a:t>’ – 1978</a:t>
            </a:r>
          </a:p>
          <a:p>
            <a:pPr marL="285750" indent="-285750" algn="just">
              <a:buFont typeface="Wingdings" panose="05000000000000000000" pitchFamily="2" charset="2"/>
              <a:buChar char="v"/>
            </a:pPr>
            <a:r>
              <a:rPr lang="en-IN" b="1" dirty="0"/>
              <a:t>Java developed by ‘James Gosling’ – 1995 at Sun Microsystems later acquired by Oracle Corp</a:t>
            </a:r>
            <a:endParaRPr lang="en-US" sz="2000" dirty="0">
              <a:solidFill>
                <a:srgbClr val="00206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xmlns="" id="{E084F061-165F-4D26-957A-46A3784E1269}"/>
              </a:ext>
            </a:extLst>
          </p:cNvPr>
          <p:cNvGrpSpPr/>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xmlns="" id="{44537FEC-1229-42DE-A189-FF88D373368B}"/>
                </a:ext>
              </a:extLst>
            </p:cNvPr>
            <p:cNvSpPr/>
            <p:nvPr/>
          </p:nvSpPr>
          <p:spPr>
            <a:xfrm>
              <a:off x="9408695" y="3928311"/>
              <a:ext cx="2667522" cy="27672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3" name="Frame 12">
              <a:extLst>
                <a:ext uri="{FF2B5EF4-FFF2-40B4-BE49-F238E27FC236}">
                  <a16:creationId xmlns:a16="http://schemas.microsoft.com/office/drawing/2014/main" xmlns="" id="{DC86F9FE-37E8-4FF6-A7BC-43BCCF9D2009}"/>
                </a:ext>
              </a:extLst>
            </p:cNvPr>
            <p:cNvSpPr/>
            <p:nvPr/>
          </p:nvSpPr>
          <p:spPr>
            <a:xfrm>
              <a:off x="0" y="0"/>
              <a:ext cx="12192000" cy="6858000"/>
            </a:xfrm>
            <a:prstGeom prst="frame">
              <a:avLst>
                <a:gd name="adj1" fmla="val 2392"/>
              </a:avLst>
            </a:prstGeom>
            <a:gradFill>
              <a:gsLst>
                <a:gs pos="0">
                  <a:srgbClr val="00F2FE"/>
                </a:gs>
                <a:gs pos="41897">
                  <a:srgbClr val="28CFFE"/>
                </a:gs>
                <a:gs pos="97514">
                  <a:srgbClr val="4FACFE"/>
                </a:gs>
              </a:gsLst>
              <a:lin ang="8471591"/>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14" name="Frame 13">
              <a:extLst>
                <a:ext uri="{FF2B5EF4-FFF2-40B4-BE49-F238E27FC236}">
                  <a16:creationId xmlns:a16="http://schemas.microsoft.com/office/drawing/2014/main" xmlns="" id="{B609A78E-1910-454E-860F-E7CA75EEE587}"/>
                </a:ext>
              </a:extLst>
            </p:cNvPr>
            <p:cNvSpPr/>
            <p:nvPr/>
          </p:nvSpPr>
          <p:spPr>
            <a:xfrm>
              <a:off x="2428875" y="0"/>
              <a:ext cx="7162800" cy="762000"/>
            </a:xfrm>
            <a:prstGeom prst="frame">
              <a:avLst>
                <a:gd name="adj1" fmla="val 20853"/>
              </a:avLst>
            </a:prstGeom>
            <a:gradFill>
              <a:gsLst>
                <a:gs pos="0">
                  <a:srgbClr val="00F2FE"/>
                </a:gs>
                <a:gs pos="41897">
                  <a:srgbClr val="28CFFE"/>
                </a:gs>
                <a:gs pos="97514">
                  <a:srgbClr val="4FACFE"/>
                </a:gs>
              </a:gsLst>
              <a:lin ang="8471591"/>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pPr algn="ctr"/>
              <a:r>
                <a:rPr lang="en-IN" sz="2400" b="1" dirty="0"/>
                <a:t>Java Language Introduction</a:t>
              </a:r>
            </a:p>
          </p:txBody>
        </p:sp>
        <p:pic>
          <p:nvPicPr>
            <p:cNvPr id="15" name="Picture 14">
              <a:extLst>
                <a:ext uri="{FF2B5EF4-FFF2-40B4-BE49-F238E27FC236}">
                  <a16:creationId xmlns:a16="http://schemas.microsoft.com/office/drawing/2014/main" xmlns="" id="{3B934CBA-96C4-40FF-925C-482D211BAC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67560" y="162426"/>
              <a:ext cx="752990" cy="824163"/>
            </a:xfrm>
            <a:prstGeom prst="roundRect">
              <a:avLst>
                <a:gd name="adj" fmla="val 2010"/>
              </a:avLst>
            </a:prstGeom>
            <a:gradFill>
              <a:gsLst>
                <a:gs pos="0">
                  <a:srgbClr val="00F2FE"/>
                </a:gs>
                <a:gs pos="41897">
                  <a:srgbClr val="28CFFE"/>
                </a:gs>
                <a:gs pos="97514">
                  <a:srgbClr val="4FACFE"/>
                </a:gs>
              </a:gsLst>
              <a:lin ang="8471591"/>
            </a:gradFill>
            <a:ln w="12700">
              <a:miter lim="400000"/>
            </a:ln>
            <a:effectLst>
              <a:outerShdw blurRad="38100" dist="26654" dir="2315233" rotWithShape="0">
                <a:srgbClr val="000000">
                  <a:alpha val="28814"/>
                </a:srgbClr>
              </a:outerShdw>
            </a:effectLst>
          </p:spPr>
        </p:pic>
      </p:grpSp>
      <p:sp>
        <p:nvSpPr>
          <p:cNvPr id="9" name="TextBox 8">
            <a:extLst>
              <a:ext uri="{FF2B5EF4-FFF2-40B4-BE49-F238E27FC236}">
                <a16:creationId xmlns:a16="http://schemas.microsoft.com/office/drawing/2014/main" xmlns="" id="{E0D6D6BB-1385-46C7-9A31-15B99AE7FA8C}"/>
              </a:ext>
            </a:extLst>
          </p:cNvPr>
          <p:cNvSpPr txBox="1"/>
          <p:nvPr/>
        </p:nvSpPr>
        <p:spPr>
          <a:xfrm>
            <a:off x="1457884" y="2110327"/>
            <a:ext cx="6172200" cy="1200329"/>
          </a:xfrm>
          <a:prstGeom prst="rect">
            <a:avLst/>
          </a:prstGeom>
          <a:noFill/>
        </p:spPr>
        <p:txBody>
          <a:bodyPr wrap="square">
            <a:spAutoFit/>
          </a:bodyPr>
          <a:lstStyle/>
          <a:p>
            <a:pPr algn="just"/>
            <a:r>
              <a:rPr lang="en-US" b="1" i="0" dirty="0">
                <a:solidFill>
                  <a:srgbClr val="202124"/>
                </a:solidFill>
                <a:effectLst/>
                <a:latin typeface="arial" panose="020B0604020202020204" pitchFamily="34" charset="0"/>
              </a:rPr>
              <a:t>James Gosling and his team members started the project in the early '90s. Currently, Java is used in internet programming, mobile devices, games, e-business solutions, etc.</a:t>
            </a:r>
            <a:endParaRPr lang="en-IN" b="1" dirty="0"/>
          </a:p>
        </p:txBody>
      </p:sp>
      <p:sp>
        <p:nvSpPr>
          <p:cNvPr id="12" name="TextBox 11">
            <a:extLst>
              <a:ext uri="{FF2B5EF4-FFF2-40B4-BE49-F238E27FC236}">
                <a16:creationId xmlns:a16="http://schemas.microsoft.com/office/drawing/2014/main" xmlns="" id="{BF0090FB-0AE1-4BE1-BDAD-0DF792803E4E}"/>
              </a:ext>
            </a:extLst>
          </p:cNvPr>
          <p:cNvSpPr txBox="1"/>
          <p:nvPr/>
        </p:nvSpPr>
        <p:spPr>
          <a:xfrm>
            <a:off x="8178419" y="1241140"/>
            <a:ext cx="3465636" cy="2585323"/>
          </a:xfrm>
          <a:prstGeom prst="rect">
            <a:avLst/>
          </a:prstGeom>
          <a:noFill/>
        </p:spPr>
        <p:txBody>
          <a:bodyPr wrap="square">
            <a:spAutoFit/>
          </a:bodyPr>
          <a:lstStyle/>
          <a:p>
            <a:pPr marL="285750" indent="-285750">
              <a:buFont typeface="Wingdings" panose="05000000000000000000" pitchFamily="2" charset="2"/>
              <a:buChar char="v"/>
            </a:pPr>
            <a:r>
              <a:rPr lang="en-US" b="1" i="0" dirty="0">
                <a:solidFill>
                  <a:srgbClr val="202124"/>
                </a:solidFill>
                <a:effectLst/>
                <a:latin typeface="arial" panose="020B0604020202020204" pitchFamily="34" charset="0"/>
              </a:rPr>
              <a:t>Desktop Applications</a:t>
            </a:r>
          </a:p>
          <a:p>
            <a:pPr marL="285750" indent="-285750">
              <a:buFont typeface="Wingdings" panose="05000000000000000000" pitchFamily="2" charset="2"/>
              <a:buChar char="v"/>
            </a:pPr>
            <a:r>
              <a:rPr lang="en-US" b="1" dirty="0">
                <a:solidFill>
                  <a:srgbClr val="202124"/>
                </a:solidFill>
                <a:latin typeface="arial" panose="020B0604020202020204" pitchFamily="34" charset="0"/>
              </a:rPr>
              <a:t>Web Applications</a:t>
            </a:r>
          </a:p>
          <a:p>
            <a:pPr marL="285750" indent="-285750">
              <a:buFont typeface="Wingdings" panose="05000000000000000000" pitchFamily="2" charset="2"/>
              <a:buChar char="v"/>
            </a:pPr>
            <a:r>
              <a:rPr lang="en-US" b="1" dirty="0">
                <a:solidFill>
                  <a:srgbClr val="202124"/>
                </a:solidFill>
                <a:latin typeface="arial" panose="020B0604020202020204" pitchFamily="34" charset="0"/>
              </a:rPr>
              <a:t>Distributed Applications</a:t>
            </a:r>
          </a:p>
          <a:p>
            <a:pPr marL="285750" indent="-285750">
              <a:buFont typeface="Wingdings" panose="05000000000000000000" pitchFamily="2" charset="2"/>
              <a:buChar char="v"/>
            </a:pPr>
            <a:r>
              <a:rPr lang="en-US" b="1" dirty="0">
                <a:solidFill>
                  <a:srgbClr val="202124"/>
                </a:solidFill>
                <a:latin typeface="arial" panose="020B0604020202020204" pitchFamily="34" charset="0"/>
              </a:rPr>
              <a:t>Inter-operable Applications</a:t>
            </a:r>
          </a:p>
          <a:p>
            <a:pPr marL="285750" indent="-285750" algn="just">
              <a:buFont typeface="Wingdings" panose="05000000000000000000" pitchFamily="2" charset="2"/>
              <a:buChar char="v"/>
            </a:pPr>
            <a:r>
              <a:rPr lang="en-US" b="1" dirty="0">
                <a:solidFill>
                  <a:srgbClr val="202124"/>
                </a:solidFill>
                <a:latin typeface="arial" panose="020B0604020202020204" pitchFamily="34" charset="0"/>
              </a:rPr>
              <a:t>Mobile Applications</a:t>
            </a:r>
          </a:p>
          <a:p>
            <a:pPr marL="285750" indent="-285750">
              <a:buFont typeface="Wingdings" panose="05000000000000000000" pitchFamily="2" charset="2"/>
              <a:buChar char="v"/>
            </a:pPr>
            <a:r>
              <a:rPr lang="en-US" b="1" dirty="0">
                <a:solidFill>
                  <a:srgbClr val="202124"/>
                </a:solidFill>
                <a:latin typeface="arial" panose="020B0604020202020204" pitchFamily="34" charset="0"/>
              </a:rPr>
              <a:t>Big Data Applications</a:t>
            </a:r>
          </a:p>
          <a:p>
            <a:pPr marL="285750" indent="-285750">
              <a:buFont typeface="Wingdings" panose="05000000000000000000" pitchFamily="2" charset="2"/>
              <a:buChar char="v"/>
            </a:pPr>
            <a:r>
              <a:rPr lang="en-US" b="1" dirty="0">
                <a:solidFill>
                  <a:srgbClr val="202124"/>
                </a:solidFill>
                <a:latin typeface="arial" panose="020B0604020202020204" pitchFamily="34" charset="0"/>
              </a:rPr>
              <a:t>Cloud Applications</a:t>
            </a:r>
          </a:p>
          <a:p>
            <a:pPr marL="285750" indent="-285750">
              <a:buFont typeface="Wingdings" panose="05000000000000000000" pitchFamily="2" charset="2"/>
              <a:buChar char="v"/>
            </a:pPr>
            <a:r>
              <a:rPr lang="en-US" b="1" dirty="0">
                <a:solidFill>
                  <a:srgbClr val="202124"/>
                </a:solidFill>
                <a:latin typeface="arial" panose="020B0604020202020204" pitchFamily="34" charset="0"/>
              </a:rPr>
              <a:t>Data Analytics</a:t>
            </a:r>
          </a:p>
          <a:p>
            <a:pPr marL="285750" indent="-285750">
              <a:buFont typeface="Wingdings" panose="05000000000000000000" pitchFamily="2" charset="2"/>
              <a:buChar char="v"/>
            </a:pPr>
            <a:r>
              <a:rPr lang="en-US" b="1" dirty="0">
                <a:solidFill>
                  <a:srgbClr val="202124"/>
                </a:solidFill>
                <a:latin typeface="arial" panose="020B0604020202020204" pitchFamily="34" charset="0"/>
              </a:rPr>
              <a:t>Embedded Applications</a:t>
            </a:r>
          </a:p>
        </p:txBody>
      </p:sp>
      <p:sp>
        <p:nvSpPr>
          <p:cNvPr id="16" name="TextBox 15">
            <a:extLst>
              <a:ext uri="{FF2B5EF4-FFF2-40B4-BE49-F238E27FC236}">
                <a16:creationId xmlns:a16="http://schemas.microsoft.com/office/drawing/2014/main" xmlns="" id="{52074141-5E93-4386-85A3-33CF70BA6CA9}"/>
              </a:ext>
            </a:extLst>
          </p:cNvPr>
          <p:cNvSpPr txBox="1"/>
          <p:nvPr/>
        </p:nvSpPr>
        <p:spPr>
          <a:xfrm>
            <a:off x="344584" y="3400323"/>
            <a:ext cx="7803780" cy="3139321"/>
          </a:xfrm>
          <a:prstGeom prst="rect">
            <a:avLst/>
          </a:prstGeom>
          <a:noFill/>
        </p:spPr>
        <p:txBody>
          <a:bodyPr wrap="square">
            <a:spAutoFit/>
          </a:bodyPr>
          <a:lstStyle/>
          <a:p>
            <a:pPr marL="342900" indent="-342900" algn="just">
              <a:buFont typeface="+mj-lt"/>
              <a:buAutoNum type="arabicPeriod"/>
            </a:pPr>
            <a:r>
              <a:rPr lang="en-US" sz="1800" b="1" i="0" u="none" strike="noStrike" baseline="0" dirty="0">
                <a:latin typeface="Helvetica-Bold"/>
              </a:rPr>
              <a:t>James Gosling</a:t>
            </a:r>
            <a:r>
              <a:rPr lang="en-US" sz="1800" b="0" i="0" u="none" strike="noStrike" baseline="0" dirty="0">
                <a:latin typeface="Helvetica" panose="020B0604020202020204" pitchFamily="34" charset="0"/>
              </a:rPr>
              <a:t>, </a:t>
            </a:r>
            <a:r>
              <a:rPr lang="en-US" sz="1800" b="1" i="0" u="none" strike="noStrike" baseline="0" dirty="0">
                <a:latin typeface="Helvetica-Bold"/>
              </a:rPr>
              <a:t>Mike Sheridan</a:t>
            </a:r>
            <a:r>
              <a:rPr lang="en-US" sz="1800" b="0" i="0" u="none" strike="noStrike" baseline="0" dirty="0">
                <a:latin typeface="Helvetica" panose="020B0604020202020204" pitchFamily="34" charset="0"/>
              </a:rPr>
              <a:t>, and </a:t>
            </a:r>
            <a:r>
              <a:rPr lang="en-US" sz="1800" b="1" i="0" u="none" strike="noStrike" baseline="0" dirty="0">
                <a:latin typeface="Helvetica-Bold"/>
              </a:rPr>
              <a:t>Patrick Naughton </a:t>
            </a:r>
            <a:r>
              <a:rPr lang="en-US" sz="1800" b="0" i="0" u="none" strike="noStrike" baseline="0" dirty="0">
                <a:latin typeface="Helvetica" panose="020B0604020202020204" pitchFamily="34" charset="0"/>
              </a:rPr>
              <a:t>initiated the Java language project in June 1991. The small team of sun engineers called </a:t>
            </a:r>
            <a:r>
              <a:rPr lang="en-US" sz="1800" b="1" i="0" u="none" strike="noStrike" baseline="0" dirty="0">
                <a:latin typeface="Helvetica-Bold"/>
              </a:rPr>
              <a:t>Green Team</a:t>
            </a:r>
            <a:r>
              <a:rPr lang="en-US" sz="1800" b="0" i="0" u="none" strike="noStrike" baseline="0" dirty="0">
                <a:latin typeface="Helvetica" panose="020B0604020202020204" pitchFamily="34" charset="0"/>
              </a:rPr>
              <a:t>.</a:t>
            </a:r>
          </a:p>
          <a:p>
            <a:pPr marL="342900" indent="-342900" algn="just">
              <a:buFont typeface="+mj-lt"/>
              <a:buAutoNum type="arabicPeriod"/>
            </a:pPr>
            <a:r>
              <a:rPr lang="en-US" sz="1800" b="0" i="0" u="none" strike="noStrike" baseline="0" dirty="0">
                <a:latin typeface="Helvetica" panose="020B0604020202020204" pitchFamily="34" charset="0"/>
              </a:rPr>
              <a:t>Originally designed for small, embedded systems in electronic appliances like set-top </a:t>
            </a:r>
            <a:r>
              <a:rPr lang="en-IN" sz="1800" b="0" i="0" u="none" strike="noStrike" baseline="0" dirty="0">
                <a:latin typeface="Helvetica" panose="020B0604020202020204" pitchFamily="34" charset="0"/>
              </a:rPr>
              <a:t>boxes.</a:t>
            </a:r>
          </a:p>
          <a:p>
            <a:pPr marL="342900" indent="-342900" algn="just">
              <a:buFont typeface="+mj-lt"/>
              <a:buAutoNum type="arabicPeriod"/>
            </a:pPr>
            <a:r>
              <a:rPr lang="en-US" sz="1800" b="0" i="0" u="none" strike="noStrike" baseline="0" dirty="0">
                <a:latin typeface="Helvetica" panose="020B0604020202020204" pitchFamily="34" charset="0"/>
              </a:rPr>
              <a:t>Firstly, it was called </a:t>
            </a:r>
            <a:r>
              <a:rPr lang="en-US" sz="1800" b="1" i="0" u="none" strike="noStrike" baseline="0" dirty="0">
                <a:latin typeface="Helvetica-Bold"/>
              </a:rPr>
              <a:t>"</a:t>
            </a:r>
            <a:r>
              <a:rPr lang="en-US" sz="1800" b="1" i="0" u="none" strike="noStrike" baseline="0" dirty="0" err="1">
                <a:latin typeface="Helvetica-Bold"/>
              </a:rPr>
              <a:t>Greentalk</a:t>
            </a:r>
            <a:r>
              <a:rPr lang="en-US" sz="1800" b="1" i="0" u="none" strike="noStrike" baseline="0" dirty="0">
                <a:latin typeface="Helvetica-Bold"/>
              </a:rPr>
              <a:t>" </a:t>
            </a:r>
            <a:r>
              <a:rPr lang="en-US" sz="1800" b="0" i="0" u="none" strike="noStrike" baseline="0" dirty="0">
                <a:latin typeface="Helvetica" panose="020B0604020202020204" pitchFamily="34" charset="0"/>
              </a:rPr>
              <a:t>by James Gosling and file extension was .</a:t>
            </a:r>
            <a:r>
              <a:rPr lang="en-US" sz="1800" b="0" i="0" u="none" strike="noStrike" baseline="0" dirty="0" err="1">
                <a:latin typeface="Helvetica" panose="020B0604020202020204" pitchFamily="34" charset="0"/>
              </a:rPr>
              <a:t>gt.</a:t>
            </a:r>
            <a:endParaRPr lang="en-US" sz="1800" b="0" i="0" u="none" strike="noStrike" baseline="0" dirty="0">
              <a:latin typeface="Helvetica" panose="020B0604020202020204" pitchFamily="34" charset="0"/>
            </a:endParaRPr>
          </a:p>
          <a:p>
            <a:pPr marL="342900" indent="-342900" algn="just">
              <a:buFont typeface="+mj-lt"/>
              <a:buAutoNum type="arabicPeriod"/>
            </a:pPr>
            <a:r>
              <a:rPr lang="en-US" sz="1800" b="0" i="0" u="none" strike="noStrike" baseline="0" dirty="0">
                <a:latin typeface="Helvetica" panose="020B0604020202020204" pitchFamily="34" charset="0"/>
              </a:rPr>
              <a:t>After that, it was called </a:t>
            </a:r>
            <a:r>
              <a:rPr lang="en-US" sz="1800" b="1" i="0" u="none" strike="noStrike" baseline="0" dirty="0">
                <a:latin typeface="Helvetica-Bold"/>
              </a:rPr>
              <a:t>Oak </a:t>
            </a:r>
            <a:r>
              <a:rPr lang="en-US" sz="1800" b="0" i="0" u="none" strike="noStrike" baseline="0" dirty="0">
                <a:latin typeface="Helvetica" panose="020B0604020202020204" pitchFamily="34" charset="0"/>
              </a:rPr>
              <a:t>and was developed as a part of the Green project.</a:t>
            </a:r>
          </a:p>
          <a:p>
            <a:pPr marL="342900" indent="-342900" algn="just">
              <a:buFont typeface="+mj-lt"/>
              <a:buAutoNum type="arabicPeriod"/>
            </a:pPr>
            <a:r>
              <a:rPr lang="en-US" dirty="0">
                <a:latin typeface="Helvetica" panose="020B0604020202020204" pitchFamily="34" charset="0"/>
              </a:rPr>
              <a:t>In 1995 OAK renamed as Java because it was already a trademark by OAK technologies</a:t>
            </a:r>
            <a:endParaRPr lang="en-IN" b="1" dirty="0"/>
          </a:p>
        </p:txBody>
      </p:sp>
      <p:sp>
        <p:nvSpPr>
          <p:cNvPr id="2" name="Footer Placeholder 1">
            <a:extLst>
              <a:ext uri="{FF2B5EF4-FFF2-40B4-BE49-F238E27FC236}">
                <a16:creationId xmlns:a16="http://schemas.microsoft.com/office/drawing/2014/main" xmlns="" id="{C5B2A30B-B71E-7922-C14F-2AF0A7AD097F}"/>
              </a:ext>
            </a:extLst>
          </p:cNvPr>
          <p:cNvSpPr>
            <a:spLocks noGrp="1"/>
          </p:cNvSpPr>
          <p:nvPr>
            <p:ph type="ftr" sz="quarter" idx="11"/>
          </p:nvPr>
        </p:nvSpPr>
        <p:spPr/>
        <p:txBody>
          <a:bodyPr/>
          <a:lstStyle/>
          <a:p>
            <a:r>
              <a:rPr lang="en-US"/>
              <a:t>Suryanarayana</a:t>
            </a:r>
          </a:p>
        </p:txBody>
      </p:sp>
      <p:sp>
        <p:nvSpPr>
          <p:cNvPr id="4" name="AutoShape 2" descr="James Gosling - Amazon Web Services | LinkedI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James Gosling - Amazon Web Services | LinkedIn"/>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5391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E084F061-165F-4D26-957A-46A3784E1269}"/>
              </a:ext>
            </a:extLst>
          </p:cNvPr>
          <p:cNvGrpSpPr/>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xmlns="" id="{44537FEC-1229-42DE-A189-FF88D373368B}"/>
                </a:ext>
              </a:extLst>
            </p:cNvPr>
            <p:cNvSpPr/>
            <p:nvPr/>
          </p:nvSpPr>
          <p:spPr>
            <a:xfrm>
              <a:off x="9408695" y="3928311"/>
              <a:ext cx="2667522" cy="27672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3" name="Frame 12">
              <a:extLst>
                <a:ext uri="{FF2B5EF4-FFF2-40B4-BE49-F238E27FC236}">
                  <a16:creationId xmlns:a16="http://schemas.microsoft.com/office/drawing/2014/main" xmlns="" id="{DC86F9FE-37E8-4FF6-A7BC-43BCCF9D2009}"/>
                </a:ext>
              </a:extLst>
            </p:cNvPr>
            <p:cNvSpPr/>
            <p:nvPr/>
          </p:nvSpPr>
          <p:spPr>
            <a:xfrm>
              <a:off x="0" y="0"/>
              <a:ext cx="12192000" cy="6858000"/>
            </a:xfrm>
            <a:prstGeom prst="frame">
              <a:avLst>
                <a:gd name="adj1" fmla="val 2392"/>
              </a:avLst>
            </a:prstGeom>
            <a:gradFill>
              <a:gsLst>
                <a:gs pos="0">
                  <a:srgbClr val="00F2FE"/>
                </a:gs>
                <a:gs pos="41897">
                  <a:srgbClr val="28CFFE"/>
                </a:gs>
                <a:gs pos="97514">
                  <a:srgbClr val="4FACFE"/>
                </a:gs>
              </a:gsLst>
              <a:lin ang="8471591"/>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14" name="Frame 13">
              <a:extLst>
                <a:ext uri="{FF2B5EF4-FFF2-40B4-BE49-F238E27FC236}">
                  <a16:creationId xmlns:a16="http://schemas.microsoft.com/office/drawing/2014/main" xmlns="" id="{B609A78E-1910-454E-860F-E7CA75EEE587}"/>
                </a:ext>
              </a:extLst>
            </p:cNvPr>
            <p:cNvSpPr/>
            <p:nvPr/>
          </p:nvSpPr>
          <p:spPr>
            <a:xfrm>
              <a:off x="2428875" y="0"/>
              <a:ext cx="7162800" cy="762000"/>
            </a:xfrm>
            <a:prstGeom prst="frame">
              <a:avLst>
                <a:gd name="adj1" fmla="val 20853"/>
              </a:avLst>
            </a:prstGeom>
            <a:gradFill>
              <a:gsLst>
                <a:gs pos="0">
                  <a:srgbClr val="00F2FE"/>
                </a:gs>
                <a:gs pos="41897">
                  <a:srgbClr val="28CFFE"/>
                </a:gs>
                <a:gs pos="97514">
                  <a:srgbClr val="4FACFE"/>
                </a:gs>
              </a:gsLst>
              <a:lin ang="8471591"/>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pPr algn="ctr"/>
              <a:r>
                <a:rPr lang="en-IN" sz="2400" b="1" dirty="0"/>
                <a:t>Java Versions</a:t>
              </a:r>
            </a:p>
          </p:txBody>
        </p:sp>
        <p:pic>
          <p:nvPicPr>
            <p:cNvPr id="15" name="Picture 14">
              <a:extLst>
                <a:ext uri="{FF2B5EF4-FFF2-40B4-BE49-F238E27FC236}">
                  <a16:creationId xmlns:a16="http://schemas.microsoft.com/office/drawing/2014/main" xmlns="" id="{3B934CBA-96C4-40FF-925C-482D211BAC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67560" y="162426"/>
              <a:ext cx="752990" cy="824163"/>
            </a:xfrm>
            <a:prstGeom prst="roundRect">
              <a:avLst>
                <a:gd name="adj" fmla="val 2010"/>
              </a:avLst>
            </a:prstGeom>
            <a:gradFill>
              <a:gsLst>
                <a:gs pos="0">
                  <a:srgbClr val="00F2FE"/>
                </a:gs>
                <a:gs pos="41897">
                  <a:srgbClr val="28CFFE"/>
                </a:gs>
                <a:gs pos="97514">
                  <a:srgbClr val="4FACFE"/>
                </a:gs>
              </a:gsLst>
              <a:lin ang="8471591"/>
            </a:gradFill>
            <a:ln w="12700">
              <a:miter lim="400000"/>
            </a:ln>
            <a:effectLst>
              <a:outerShdw blurRad="38100" dist="26654" dir="2315233" rotWithShape="0">
                <a:srgbClr val="000000">
                  <a:alpha val="28814"/>
                </a:srgbClr>
              </a:outerShdw>
            </a:effectLst>
          </p:spPr>
        </p:pic>
      </p:grpSp>
      <p:sp>
        <p:nvSpPr>
          <p:cNvPr id="2" name="Footer Placeholder 1">
            <a:extLst>
              <a:ext uri="{FF2B5EF4-FFF2-40B4-BE49-F238E27FC236}">
                <a16:creationId xmlns:a16="http://schemas.microsoft.com/office/drawing/2014/main" xmlns="" id="{D4DE773C-4972-40F7-E128-F2A90AA55FCC}"/>
              </a:ext>
            </a:extLst>
          </p:cNvPr>
          <p:cNvSpPr>
            <a:spLocks noGrp="1"/>
          </p:cNvSpPr>
          <p:nvPr>
            <p:ph type="ftr" sz="quarter" idx="11"/>
          </p:nvPr>
        </p:nvSpPr>
        <p:spPr/>
        <p:txBody>
          <a:bodyPr/>
          <a:lstStyle/>
          <a:p>
            <a:r>
              <a:rPr lang="en-US"/>
              <a:t>Suryanarayana</a:t>
            </a:r>
          </a:p>
        </p:txBody>
      </p:sp>
      <p:sp>
        <p:nvSpPr>
          <p:cNvPr id="4" name="Rectangle 3"/>
          <p:cNvSpPr/>
          <p:nvPr/>
        </p:nvSpPr>
        <p:spPr>
          <a:xfrm>
            <a:off x="403611" y="1379994"/>
            <a:ext cx="4242530" cy="3785652"/>
          </a:xfrm>
          <a:prstGeom prst="rect">
            <a:avLst/>
          </a:prstGeom>
        </p:spPr>
        <p:txBody>
          <a:bodyPr wrap="square">
            <a:spAutoFit/>
          </a:bodyPr>
          <a:lstStyle/>
          <a:p>
            <a:pPr algn="just">
              <a:buFont typeface="+mj-lt"/>
              <a:buAutoNum type="arabicPeriod"/>
            </a:pPr>
            <a:r>
              <a:rPr lang="en-US" sz="2400" b="1" dirty="0">
                <a:solidFill>
                  <a:srgbClr val="000000"/>
                </a:solidFill>
              </a:rPr>
              <a:t>JDK Alpha and Beta (1995)</a:t>
            </a:r>
          </a:p>
          <a:p>
            <a:pPr algn="just">
              <a:buFont typeface="+mj-lt"/>
              <a:buAutoNum type="arabicPeriod"/>
            </a:pPr>
            <a:r>
              <a:rPr lang="en-US" sz="2400" b="1" dirty="0">
                <a:solidFill>
                  <a:srgbClr val="000000"/>
                </a:solidFill>
              </a:rPr>
              <a:t>JDK 1.0 (23rd Jan 1996)</a:t>
            </a:r>
          </a:p>
          <a:p>
            <a:pPr algn="just">
              <a:buFont typeface="+mj-lt"/>
              <a:buAutoNum type="arabicPeriod"/>
            </a:pPr>
            <a:r>
              <a:rPr lang="en-US" sz="2400" b="1" dirty="0">
                <a:solidFill>
                  <a:srgbClr val="000000"/>
                </a:solidFill>
              </a:rPr>
              <a:t>JDK 1.1 (19th Feb 1997)</a:t>
            </a:r>
          </a:p>
          <a:p>
            <a:pPr algn="just">
              <a:buFont typeface="+mj-lt"/>
              <a:buAutoNum type="arabicPeriod"/>
            </a:pPr>
            <a:r>
              <a:rPr lang="en-US" sz="2400" b="1" dirty="0">
                <a:solidFill>
                  <a:srgbClr val="000000"/>
                </a:solidFill>
              </a:rPr>
              <a:t>J2SE 1.2 (8th Dec 1998)</a:t>
            </a:r>
          </a:p>
          <a:p>
            <a:pPr algn="just">
              <a:buFont typeface="+mj-lt"/>
              <a:buAutoNum type="arabicPeriod"/>
            </a:pPr>
            <a:r>
              <a:rPr lang="en-US" sz="2400" b="1" dirty="0">
                <a:solidFill>
                  <a:srgbClr val="000000"/>
                </a:solidFill>
              </a:rPr>
              <a:t>J2SE 1.3 (8th May 2000)</a:t>
            </a:r>
          </a:p>
          <a:p>
            <a:pPr algn="just">
              <a:buFont typeface="+mj-lt"/>
              <a:buAutoNum type="arabicPeriod"/>
            </a:pPr>
            <a:r>
              <a:rPr lang="en-US" sz="2400" b="1" dirty="0">
                <a:solidFill>
                  <a:srgbClr val="000000"/>
                </a:solidFill>
              </a:rPr>
              <a:t>J2SE 1.4 (6th Feb 2002)</a:t>
            </a:r>
          </a:p>
          <a:p>
            <a:pPr algn="just">
              <a:buFont typeface="+mj-lt"/>
              <a:buAutoNum type="arabicPeriod"/>
            </a:pPr>
            <a:r>
              <a:rPr lang="en-US" sz="2400" b="1" dirty="0">
                <a:solidFill>
                  <a:srgbClr val="000000"/>
                </a:solidFill>
              </a:rPr>
              <a:t>J2SE 5.0 (30th Sep 2004)</a:t>
            </a:r>
          </a:p>
          <a:p>
            <a:pPr algn="just">
              <a:buFont typeface="+mj-lt"/>
              <a:buAutoNum type="arabicPeriod"/>
            </a:pPr>
            <a:r>
              <a:rPr lang="en-US" sz="2400" b="1" dirty="0">
                <a:solidFill>
                  <a:srgbClr val="000000"/>
                </a:solidFill>
              </a:rPr>
              <a:t>Java SE 6 (11th Dec 2006)</a:t>
            </a:r>
          </a:p>
          <a:p>
            <a:pPr algn="just">
              <a:buFont typeface="+mj-lt"/>
              <a:buAutoNum type="arabicPeriod"/>
            </a:pPr>
            <a:r>
              <a:rPr lang="en-US" sz="2400" b="1" dirty="0">
                <a:solidFill>
                  <a:srgbClr val="000000"/>
                </a:solidFill>
              </a:rPr>
              <a:t>Java SE 7 (28th July 2011)</a:t>
            </a:r>
          </a:p>
          <a:p>
            <a:pPr algn="just">
              <a:buFont typeface="+mj-lt"/>
              <a:buAutoNum type="arabicPeriod"/>
            </a:pPr>
            <a:r>
              <a:rPr lang="en-US" sz="2400" b="1" dirty="0">
                <a:solidFill>
                  <a:srgbClr val="000000"/>
                </a:solidFill>
              </a:rPr>
              <a:t>Java SE 8 (18th Mar 2014)</a:t>
            </a:r>
          </a:p>
        </p:txBody>
      </p:sp>
      <p:sp>
        <p:nvSpPr>
          <p:cNvPr id="5" name="Rectangle 4"/>
          <p:cNvSpPr/>
          <p:nvPr/>
        </p:nvSpPr>
        <p:spPr>
          <a:xfrm>
            <a:off x="4423715" y="1093897"/>
            <a:ext cx="4823254" cy="4893647"/>
          </a:xfrm>
          <a:prstGeom prst="rect">
            <a:avLst/>
          </a:prstGeom>
        </p:spPr>
        <p:txBody>
          <a:bodyPr wrap="square">
            <a:spAutoFit/>
          </a:bodyPr>
          <a:lstStyle/>
          <a:p>
            <a:pPr marL="457200" indent="-457200" algn="just">
              <a:buFont typeface="+mj-lt"/>
              <a:buAutoNum type="arabicPeriod" startAt="11"/>
            </a:pPr>
            <a:r>
              <a:rPr lang="en-IN" sz="2400" b="1" dirty="0">
                <a:solidFill>
                  <a:srgbClr val="000000"/>
                </a:solidFill>
              </a:rPr>
              <a:t>Java SE 9 </a:t>
            </a:r>
            <a:r>
              <a:rPr lang="en-IN" sz="2400" b="1" dirty="0" smtClean="0">
                <a:solidFill>
                  <a:srgbClr val="000000"/>
                </a:solidFill>
              </a:rPr>
              <a:t>(Sept 21</a:t>
            </a:r>
            <a:r>
              <a:rPr lang="en-IN" sz="2400" b="1" baseline="30000" dirty="0" smtClean="0">
                <a:solidFill>
                  <a:srgbClr val="000000"/>
                </a:solidFill>
              </a:rPr>
              <a:t>st</a:t>
            </a:r>
            <a:r>
              <a:rPr lang="en-IN" sz="2400" b="1" dirty="0" smtClean="0">
                <a:solidFill>
                  <a:srgbClr val="000000"/>
                </a:solidFill>
              </a:rPr>
              <a:t> 2017</a:t>
            </a:r>
            <a:r>
              <a:rPr lang="en-IN" sz="2400" b="1" dirty="0">
                <a:solidFill>
                  <a:srgbClr val="000000"/>
                </a:solidFill>
              </a:rPr>
              <a:t>)</a:t>
            </a:r>
          </a:p>
          <a:p>
            <a:pPr marL="457200" indent="-457200" algn="just">
              <a:buFont typeface="+mj-lt"/>
              <a:buAutoNum type="arabicPeriod" startAt="11"/>
            </a:pPr>
            <a:r>
              <a:rPr lang="en-IN" sz="2400" b="1" dirty="0">
                <a:solidFill>
                  <a:srgbClr val="000000"/>
                </a:solidFill>
              </a:rPr>
              <a:t>Java SE 10 </a:t>
            </a:r>
            <a:r>
              <a:rPr lang="en-IN" sz="2400" b="1" dirty="0" smtClean="0">
                <a:solidFill>
                  <a:srgbClr val="000000"/>
                </a:solidFill>
              </a:rPr>
              <a:t>(</a:t>
            </a:r>
            <a:r>
              <a:rPr lang="en-IN" sz="2400" b="1" dirty="0">
                <a:solidFill>
                  <a:srgbClr val="000000"/>
                </a:solidFill>
              </a:rPr>
              <a:t>Mar </a:t>
            </a:r>
            <a:r>
              <a:rPr lang="en-IN" sz="2400" b="1" dirty="0" smtClean="0">
                <a:solidFill>
                  <a:srgbClr val="000000"/>
                </a:solidFill>
              </a:rPr>
              <a:t>20</a:t>
            </a:r>
            <a:r>
              <a:rPr lang="en-IN" sz="2400" b="1" baseline="30000" dirty="0" smtClean="0">
                <a:solidFill>
                  <a:srgbClr val="000000"/>
                </a:solidFill>
              </a:rPr>
              <a:t>th</a:t>
            </a:r>
            <a:r>
              <a:rPr lang="en-IN" sz="2400" b="1" dirty="0" smtClean="0">
                <a:solidFill>
                  <a:srgbClr val="000000"/>
                </a:solidFill>
              </a:rPr>
              <a:t> 2018</a:t>
            </a:r>
            <a:r>
              <a:rPr lang="en-IN" sz="2400" b="1" dirty="0">
                <a:solidFill>
                  <a:srgbClr val="000000"/>
                </a:solidFill>
              </a:rPr>
              <a:t>)</a:t>
            </a:r>
          </a:p>
          <a:p>
            <a:pPr marL="457200" indent="-457200" algn="just">
              <a:buFont typeface="+mj-lt"/>
              <a:buAutoNum type="arabicPeriod" startAt="11"/>
            </a:pPr>
            <a:r>
              <a:rPr lang="en-IN" sz="2400" b="1" dirty="0">
                <a:solidFill>
                  <a:srgbClr val="000000"/>
                </a:solidFill>
              </a:rPr>
              <a:t>Java SE 11 (</a:t>
            </a:r>
            <a:r>
              <a:rPr lang="en-IN" sz="2400" b="1" dirty="0" smtClean="0">
                <a:solidFill>
                  <a:srgbClr val="000000"/>
                </a:solidFill>
              </a:rPr>
              <a:t>Sept </a:t>
            </a:r>
            <a:r>
              <a:rPr lang="en-IN" sz="2400" b="1" dirty="0">
                <a:solidFill>
                  <a:srgbClr val="000000"/>
                </a:solidFill>
              </a:rPr>
              <a:t>2018)</a:t>
            </a:r>
          </a:p>
          <a:p>
            <a:pPr marL="457200" indent="-457200" algn="just">
              <a:buFont typeface="+mj-lt"/>
              <a:buAutoNum type="arabicPeriod" startAt="11"/>
            </a:pPr>
            <a:r>
              <a:rPr lang="en-IN" sz="2400" b="1" dirty="0">
                <a:solidFill>
                  <a:srgbClr val="000000"/>
                </a:solidFill>
              </a:rPr>
              <a:t>Java SE 12 (</a:t>
            </a:r>
            <a:r>
              <a:rPr lang="en-IN" sz="2400" b="1" dirty="0" smtClean="0">
                <a:solidFill>
                  <a:srgbClr val="000000"/>
                </a:solidFill>
              </a:rPr>
              <a:t>Mar 19</a:t>
            </a:r>
            <a:r>
              <a:rPr lang="en-IN" sz="2400" b="1" baseline="30000" dirty="0" smtClean="0">
                <a:solidFill>
                  <a:srgbClr val="000000"/>
                </a:solidFill>
              </a:rPr>
              <a:t>th</a:t>
            </a:r>
            <a:r>
              <a:rPr lang="en-IN" sz="2400" b="1" dirty="0" smtClean="0">
                <a:solidFill>
                  <a:srgbClr val="000000"/>
                </a:solidFill>
              </a:rPr>
              <a:t> 2019</a:t>
            </a:r>
            <a:r>
              <a:rPr lang="en-IN" sz="2400" b="1" dirty="0">
                <a:solidFill>
                  <a:srgbClr val="000000"/>
                </a:solidFill>
              </a:rPr>
              <a:t>)</a:t>
            </a:r>
          </a:p>
          <a:p>
            <a:pPr marL="457200" indent="-457200" algn="just">
              <a:buFont typeface="+mj-lt"/>
              <a:buAutoNum type="arabicPeriod" startAt="11"/>
            </a:pPr>
            <a:r>
              <a:rPr lang="en-IN" sz="2400" b="1" dirty="0">
                <a:solidFill>
                  <a:srgbClr val="000000"/>
                </a:solidFill>
              </a:rPr>
              <a:t>Java SE 13 (</a:t>
            </a:r>
            <a:r>
              <a:rPr lang="en-IN" sz="2400" b="1" dirty="0" smtClean="0">
                <a:solidFill>
                  <a:srgbClr val="000000"/>
                </a:solidFill>
              </a:rPr>
              <a:t>Sept 17</a:t>
            </a:r>
            <a:r>
              <a:rPr lang="en-IN" sz="2400" b="1" baseline="30000" dirty="0" smtClean="0">
                <a:solidFill>
                  <a:srgbClr val="000000"/>
                </a:solidFill>
              </a:rPr>
              <a:t>th</a:t>
            </a:r>
            <a:r>
              <a:rPr lang="en-IN" sz="2400" b="1" dirty="0" smtClean="0">
                <a:solidFill>
                  <a:srgbClr val="000000"/>
                </a:solidFill>
              </a:rPr>
              <a:t> 2019</a:t>
            </a:r>
            <a:r>
              <a:rPr lang="en-IN" sz="2400" b="1" dirty="0">
                <a:solidFill>
                  <a:srgbClr val="000000"/>
                </a:solidFill>
              </a:rPr>
              <a:t>)</a:t>
            </a:r>
          </a:p>
          <a:p>
            <a:pPr marL="457200" indent="-457200" algn="just">
              <a:buFont typeface="+mj-lt"/>
              <a:buAutoNum type="arabicPeriod" startAt="11"/>
            </a:pPr>
            <a:r>
              <a:rPr lang="en-IN" sz="2400" b="1" dirty="0">
                <a:solidFill>
                  <a:srgbClr val="000000"/>
                </a:solidFill>
              </a:rPr>
              <a:t>Java SE 14 (Mar </a:t>
            </a:r>
            <a:r>
              <a:rPr lang="en-IN" sz="2400" b="1" dirty="0" smtClean="0">
                <a:solidFill>
                  <a:srgbClr val="000000"/>
                </a:solidFill>
              </a:rPr>
              <a:t>17</a:t>
            </a:r>
            <a:r>
              <a:rPr lang="en-IN" sz="2400" b="1" baseline="30000" dirty="0" smtClean="0">
                <a:solidFill>
                  <a:srgbClr val="000000"/>
                </a:solidFill>
              </a:rPr>
              <a:t>th</a:t>
            </a:r>
            <a:r>
              <a:rPr lang="en-IN" sz="2400" b="1" dirty="0" smtClean="0">
                <a:solidFill>
                  <a:srgbClr val="000000"/>
                </a:solidFill>
              </a:rPr>
              <a:t> 2020</a:t>
            </a:r>
            <a:r>
              <a:rPr lang="en-IN" sz="2400" b="1" dirty="0">
                <a:solidFill>
                  <a:srgbClr val="000000"/>
                </a:solidFill>
              </a:rPr>
              <a:t>)</a:t>
            </a:r>
          </a:p>
          <a:p>
            <a:pPr marL="457200" indent="-457200" algn="just">
              <a:buFont typeface="+mj-lt"/>
              <a:buAutoNum type="arabicPeriod" startAt="11"/>
            </a:pPr>
            <a:r>
              <a:rPr lang="en-IN" sz="2400" b="1" dirty="0">
                <a:solidFill>
                  <a:srgbClr val="000000"/>
                </a:solidFill>
              </a:rPr>
              <a:t>Java SE 15 (September </a:t>
            </a:r>
            <a:r>
              <a:rPr lang="en-IN" sz="2400" b="1" dirty="0" smtClean="0">
                <a:solidFill>
                  <a:srgbClr val="000000"/>
                </a:solidFill>
              </a:rPr>
              <a:t>15</a:t>
            </a:r>
            <a:r>
              <a:rPr lang="en-IN" sz="2400" b="1" baseline="30000" dirty="0" smtClean="0">
                <a:solidFill>
                  <a:srgbClr val="000000"/>
                </a:solidFill>
              </a:rPr>
              <a:t>th</a:t>
            </a:r>
            <a:r>
              <a:rPr lang="en-IN" sz="2400" b="1" dirty="0" smtClean="0">
                <a:solidFill>
                  <a:srgbClr val="000000"/>
                </a:solidFill>
              </a:rPr>
              <a:t> 2020</a:t>
            </a:r>
            <a:r>
              <a:rPr lang="en-IN" sz="2400" b="1" dirty="0">
                <a:solidFill>
                  <a:srgbClr val="000000"/>
                </a:solidFill>
              </a:rPr>
              <a:t>)</a:t>
            </a:r>
          </a:p>
          <a:p>
            <a:pPr marL="457200" indent="-457200" algn="just">
              <a:buFont typeface="+mj-lt"/>
              <a:buAutoNum type="arabicPeriod" startAt="11"/>
            </a:pPr>
            <a:r>
              <a:rPr lang="en-IN" sz="2400" b="1" dirty="0">
                <a:solidFill>
                  <a:srgbClr val="000000"/>
                </a:solidFill>
              </a:rPr>
              <a:t>Java SE 16 (Mar </a:t>
            </a:r>
            <a:r>
              <a:rPr lang="en-IN" sz="2400" b="1" dirty="0" smtClean="0">
                <a:solidFill>
                  <a:srgbClr val="000000"/>
                </a:solidFill>
              </a:rPr>
              <a:t>16</a:t>
            </a:r>
            <a:r>
              <a:rPr lang="en-IN" sz="2400" b="1" baseline="30000" dirty="0" smtClean="0">
                <a:solidFill>
                  <a:srgbClr val="000000"/>
                </a:solidFill>
              </a:rPr>
              <a:t>th</a:t>
            </a:r>
            <a:r>
              <a:rPr lang="en-IN" sz="2400" b="1" dirty="0" smtClean="0">
                <a:solidFill>
                  <a:srgbClr val="000000"/>
                </a:solidFill>
              </a:rPr>
              <a:t> 2021</a:t>
            </a:r>
            <a:r>
              <a:rPr lang="en-IN" sz="2400" b="1" dirty="0">
                <a:solidFill>
                  <a:srgbClr val="000000"/>
                </a:solidFill>
              </a:rPr>
              <a:t>)</a:t>
            </a:r>
          </a:p>
          <a:p>
            <a:pPr marL="457200" indent="-457200" algn="just">
              <a:buFont typeface="+mj-lt"/>
              <a:buAutoNum type="arabicPeriod" startAt="11"/>
            </a:pPr>
            <a:r>
              <a:rPr lang="en-IN" sz="2400" b="1" dirty="0">
                <a:solidFill>
                  <a:srgbClr val="000000"/>
                </a:solidFill>
              </a:rPr>
              <a:t>Java SE 17 (September </a:t>
            </a:r>
            <a:r>
              <a:rPr lang="en-IN" sz="2400" b="1" dirty="0" smtClean="0">
                <a:solidFill>
                  <a:srgbClr val="000000"/>
                </a:solidFill>
              </a:rPr>
              <a:t>21</a:t>
            </a:r>
            <a:r>
              <a:rPr lang="en-IN" sz="2400" b="1" baseline="30000" dirty="0" smtClean="0">
                <a:solidFill>
                  <a:srgbClr val="000000"/>
                </a:solidFill>
              </a:rPr>
              <a:t>st</a:t>
            </a:r>
            <a:r>
              <a:rPr lang="en-IN" sz="2400" b="1" dirty="0" smtClean="0">
                <a:solidFill>
                  <a:srgbClr val="000000"/>
                </a:solidFill>
              </a:rPr>
              <a:t> 2021</a:t>
            </a:r>
            <a:r>
              <a:rPr lang="en-IN" sz="2400" b="1" dirty="0">
                <a:solidFill>
                  <a:srgbClr val="000000"/>
                </a:solidFill>
              </a:rPr>
              <a:t>)</a:t>
            </a:r>
          </a:p>
          <a:p>
            <a:pPr marL="457200" indent="-457200" algn="just">
              <a:buFont typeface="+mj-lt"/>
              <a:buAutoNum type="arabicPeriod" startAt="11"/>
            </a:pPr>
            <a:r>
              <a:rPr lang="en-IN" sz="2400" b="1" dirty="0">
                <a:solidFill>
                  <a:srgbClr val="000000"/>
                </a:solidFill>
              </a:rPr>
              <a:t>Java SE 18 (March 22</a:t>
            </a:r>
            <a:r>
              <a:rPr lang="en-IN" sz="2400" b="1" baseline="30000" dirty="0">
                <a:solidFill>
                  <a:srgbClr val="000000"/>
                </a:solidFill>
              </a:rPr>
              <a:t>nd</a:t>
            </a:r>
            <a:r>
              <a:rPr lang="en-IN" sz="2400" b="1" dirty="0">
                <a:solidFill>
                  <a:srgbClr val="000000"/>
                </a:solidFill>
              </a:rPr>
              <a:t> 2022)</a:t>
            </a:r>
          </a:p>
          <a:p>
            <a:pPr marL="457200" indent="-457200" algn="just">
              <a:buFont typeface="+mj-lt"/>
              <a:buAutoNum type="arabicPeriod" startAt="11"/>
            </a:pPr>
            <a:r>
              <a:rPr lang="en-IN" sz="2400" b="1" dirty="0">
                <a:solidFill>
                  <a:srgbClr val="000000"/>
                </a:solidFill>
              </a:rPr>
              <a:t>Java SE 19 (Sept 20</a:t>
            </a:r>
            <a:r>
              <a:rPr lang="en-IN" sz="2400" b="1" baseline="30000" dirty="0">
                <a:solidFill>
                  <a:srgbClr val="000000"/>
                </a:solidFill>
              </a:rPr>
              <a:t>th</a:t>
            </a:r>
            <a:r>
              <a:rPr lang="en-IN" sz="2400" b="1" dirty="0">
                <a:solidFill>
                  <a:srgbClr val="000000"/>
                </a:solidFill>
              </a:rPr>
              <a:t> 2022)</a:t>
            </a:r>
          </a:p>
          <a:p>
            <a:pPr marL="457200" indent="-457200" algn="just">
              <a:buFont typeface="+mj-lt"/>
              <a:buAutoNum type="arabicPeriod" startAt="11"/>
            </a:pPr>
            <a:r>
              <a:rPr lang="en-IN" sz="2400" b="1" dirty="0">
                <a:solidFill>
                  <a:srgbClr val="000000"/>
                </a:solidFill>
              </a:rPr>
              <a:t>Java 20 (Mar 21</a:t>
            </a:r>
            <a:r>
              <a:rPr lang="en-IN" sz="2400" b="1" baseline="30000" dirty="0">
                <a:solidFill>
                  <a:srgbClr val="000000"/>
                </a:solidFill>
              </a:rPr>
              <a:t>st</a:t>
            </a:r>
            <a:r>
              <a:rPr lang="en-IN" sz="2400" b="1" dirty="0">
                <a:solidFill>
                  <a:srgbClr val="000000"/>
                </a:solidFill>
              </a:rPr>
              <a:t> 2023</a:t>
            </a:r>
            <a:r>
              <a:rPr lang="en-IN" sz="2400" b="1" dirty="0" smtClean="0">
                <a:solidFill>
                  <a:srgbClr val="000000"/>
                </a:solidFill>
              </a:rPr>
              <a:t>)</a:t>
            </a:r>
          </a:p>
          <a:p>
            <a:pPr marL="457200" indent="-457200" algn="just">
              <a:buFont typeface="+mj-lt"/>
              <a:buAutoNum type="arabicPeriod" startAt="11"/>
            </a:pPr>
            <a:r>
              <a:rPr lang="en-IN" sz="2400" b="1" dirty="0" smtClean="0">
                <a:solidFill>
                  <a:srgbClr val="000000"/>
                </a:solidFill>
              </a:rPr>
              <a:t>Java 21 (Sept 19</a:t>
            </a:r>
            <a:r>
              <a:rPr lang="en-IN" sz="2400" b="1" baseline="30000" dirty="0" smtClean="0">
                <a:solidFill>
                  <a:srgbClr val="000000"/>
                </a:solidFill>
              </a:rPr>
              <a:t>th</a:t>
            </a:r>
            <a:r>
              <a:rPr lang="en-IN" sz="2400" b="1" dirty="0" smtClean="0">
                <a:solidFill>
                  <a:srgbClr val="000000"/>
                </a:solidFill>
              </a:rPr>
              <a:t> 2023)</a:t>
            </a:r>
            <a:endParaRPr lang="en-IN" sz="2400" b="1" dirty="0">
              <a:solidFill>
                <a:srgbClr val="000000"/>
              </a:solidFill>
            </a:endParaRPr>
          </a:p>
        </p:txBody>
      </p:sp>
    </p:spTree>
    <p:extLst>
      <p:ext uri="{BB962C8B-B14F-4D97-AF65-F5344CB8AC3E}">
        <p14:creationId xmlns:p14="http://schemas.microsoft.com/office/powerpoint/2010/main" val="17739188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0CDE3D9-0B21-4D8D-A564-A4E4F4ECF5B0}"/>
              </a:ext>
            </a:extLst>
          </p:cNvPr>
          <p:cNvGrpSpPr/>
          <p:nvPr/>
        </p:nvGrpSpPr>
        <p:grpSpPr>
          <a:xfrm>
            <a:off x="-1" y="-1"/>
            <a:ext cx="12192001" cy="6858001"/>
            <a:chOff x="-1" y="-1"/>
            <a:chExt cx="12192001" cy="6858001"/>
          </a:xfrm>
        </p:grpSpPr>
        <p:sp>
          <p:nvSpPr>
            <p:cNvPr id="8" name="Rectangle 7">
              <a:extLst>
                <a:ext uri="{FF2B5EF4-FFF2-40B4-BE49-F238E27FC236}">
                  <a16:creationId xmlns:a16="http://schemas.microsoft.com/office/drawing/2014/main" xmlns="" id="{5A446737-F293-42BF-8771-D6E55FCE53C3}"/>
                </a:ext>
              </a:extLst>
            </p:cNvPr>
            <p:cNvSpPr/>
            <p:nvPr/>
          </p:nvSpPr>
          <p:spPr>
            <a:xfrm>
              <a:off x="9524478" y="3892216"/>
              <a:ext cx="2667522" cy="29657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4" name="Rectangle 13">
              <a:extLst>
                <a:ext uri="{FF2B5EF4-FFF2-40B4-BE49-F238E27FC236}">
                  <a16:creationId xmlns:a16="http://schemas.microsoft.com/office/drawing/2014/main" xmlns="" id="{F1DE234E-2274-4FC8-931E-288A5A166015}"/>
                </a:ext>
              </a:extLst>
            </p:cNvPr>
            <p:cNvSpPr/>
            <p:nvPr/>
          </p:nvSpPr>
          <p:spPr>
            <a:xfrm>
              <a:off x="4553953" y="0"/>
              <a:ext cx="2442410" cy="519727"/>
            </a:xfrm>
            <a:prstGeom prst="rect">
              <a:avLst/>
            </a:prstGeom>
            <a:gradFill>
              <a:gsLst>
                <a:gs pos="2372">
                  <a:srgbClr val="FF0040"/>
                </a:gs>
                <a:gs pos="37053">
                  <a:srgbClr val="FF0071"/>
                </a:gs>
                <a:gs pos="99150">
                  <a:srgbClr val="FF00A2"/>
                </a:gs>
              </a:gsLst>
            </a:gradFill>
            <a:ln w="12700">
              <a:miter lim="400000"/>
            </a:ln>
            <a:scene3d>
              <a:camera prst="orthographicFront"/>
              <a:lightRig rig="threePt" dir="t"/>
            </a:scene3d>
            <a:sp3d>
              <a:bevelT prst="slope"/>
            </a:sp3d>
          </p:spPr>
          <p:txBody>
            <a:bodyPr lIns="45719" rIns="45719" anchor="ctr"/>
            <a:lstStyle/>
            <a:p>
              <a:pPr algn="ctr"/>
              <a:r>
                <a:rPr lang="en-US" sz="2000" b="1" dirty="0">
                  <a:solidFill>
                    <a:schemeClr val="bg1"/>
                  </a:solidFill>
                  <a:latin typeface="Times New Roman" panose="02020603050405020304" pitchFamily="18" charset="0"/>
                </a:rPr>
                <a:t>Java Features</a:t>
              </a:r>
            </a:p>
          </p:txBody>
        </p:sp>
        <p:sp>
          <p:nvSpPr>
            <p:cNvPr id="15" name="Right Triangle 14">
              <a:extLst>
                <a:ext uri="{FF2B5EF4-FFF2-40B4-BE49-F238E27FC236}">
                  <a16:creationId xmlns:a16="http://schemas.microsoft.com/office/drawing/2014/main" xmlns="" id="{B7C1728C-187B-43E2-B374-3C8C140D2454}"/>
                </a:ext>
              </a:extLst>
            </p:cNvPr>
            <p:cNvSpPr/>
            <p:nvPr/>
          </p:nvSpPr>
          <p:spPr>
            <a:xfrm>
              <a:off x="0" y="6250405"/>
              <a:ext cx="6341165" cy="607594"/>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6" name="Right Triangle 15">
              <a:extLst>
                <a:ext uri="{FF2B5EF4-FFF2-40B4-BE49-F238E27FC236}">
                  <a16:creationId xmlns:a16="http://schemas.microsoft.com/office/drawing/2014/main" xmlns="" id="{90DD2B8C-EB32-44D4-837F-B0B6A860067F}"/>
                </a:ext>
              </a:extLst>
            </p:cNvPr>
            <p:cNvSpPr/>
            <p:nvPr/>
          </p:nvSpPr>
          <p:spPr>
            <a:xfrm flipV="1">
              <a:off x="-1" y="-1"/>
              <a:ext cx="1678406" cy="1530626"/>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7" name="Right Triangle 16">
              <a:extLst>
                <a:ext uri="{FF2B5EF4-FFF2-40B4-BE49-F238E27FC236}">
                  <a16:creationId xmlns:a16="http://schemas.microsoft.com/office/drawing/2014/main" xmlns="" id="{1B7530A7-B5FE-4BE1-9BB7-DEEB156359BD}"/>
                </a:ext>
              </a:extLst>
            </p:cNvPr>
            <p:cNvSpPr/>
            <p:nvPr/>
          </p:nvSpPr>
          <p:spPr>
            <a:xfrm flipH="1">
              <a:off x="6341164" y="6160168"/>
              <a:ext cx="5850835" cy="697832"/>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8" name="Right Triangle 17">
              <a:extLst>
                <a:ext uri="{FF2B5EF4-FFF2-40B4-BE49-F238E27FC236}">
                  <a16:creationId xmlns:a16="http://schemas.microsoft.com/office/drawing/2014/main" xmlns="" id="{8D0E11FF-8E9C-4B36-AA58-488E4C0ADFB3}"/>
                </a:ext>
              </a:extLst>
            </p:cNvPr>
            <p:cNvSpPr/>
            <p:nvPr/>
          </p:nvSpPr>
          <p:spPr>
            <a:xfrm flipH="1" flipV="1">
              <a:off x="10513594" y="0"/>
              <a:ext cx="1678405" cy="1530626"/>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pic>
          <p:nvPicPr>
            <p:cNvPr id="19" name="Picture 18">
              <a:extLst>
                <a:ext uri="{FF2B5EF4-FFF2-40B4-BE49-F238E27FC236}">
                  <a16:creationId xmlns:a16="http://schemas.microsoft.com/office/drawing/2014/main" xmlns="" id="{A601BD45-3342-4071-863C-308B543342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42032" y="48127"/>
              <a:ext cx="663754" cy="726492"/>
            </a:xfrm>
            <a:prstGeom prst="roundRect">
              <a:avLst>
                <a:gd name="adj" fmla="val 2010"/>
              </a:avLst>
            </a:prstGeom>
            <a:ln>
              <a:solidFill>
                <a:srgbClr val="C0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20" name="TextBox 19">
            <a:extLst>
              <a:ext uri="{FF2B5EF4-FFF2-40B4-BE49-F238E27FC236}">
                <a16:creationId xmlns:a16="http://schemas.microsoft.com/office/drawing/2014/main" xmlns="" id="{68348499-B941-4AD2-8393-403E990A7E98}"/>
              </a:ext>
            </a:extLst>
          </p:cNvPr>
          <p:cNvSpPr txBox="1"/>
          <p:nvPr/>
        </p:nvSpPr>
        <p:spPr>
          <a:xfrm>
            <a:off x="330013" y="1383874"/>
            <a:ext cx="5445145" cy="3847207"/>
          </a:xfrm>
          <a:prstGeom prst="rect">
            <a:avLst/>
          </a:prstGeom>
          <a:noFill/>
        </p:spPr>
        <p:txBody>
          <a:bodyPr wrap="none" rtlCol="0">
            <a:spAutoFit/>
          </a:bodyPr>
          <a:lstStyle/>
          <a:p>
            <a:pPr marL="457200" indent="-457200">
              <a:buFont typeface="Wingdings" panose="05000000000000000000" pitchFamily="2" charset="2"/>
              <a:buChar char="v"/>
            </a:pPr>
            <a:r>
              <a:rPr lang="en-IN" sz="2800" b="1" dirty="0"/>
              <a:t>Simple</a:t>
            </a:r>
          </a:p>
          <a:p>
            <a:pPr marL="457200" indent="-457200">
              <a:buFont typeface="Wingdings" panose="05000000000000000000" pitchFamily="2" charset="2"/>
              <a:buChar char="v"/>
            </a:pPr>
            <a:r>
              <a:rPr lang="en-IN" sz="2800" b="1" dirty="0"/>
              <a:t>Secure</a:t>
            </a:r>
          </a:p>
          <a:p>
            <a:pPr marL="457200" indent="-457200">
              <a:buFont typeface="Wingdings" panose="05000000000000000000" pitchFamily="2" charset="2"/>
              <a:buChar char="v"/>
            </a:pPr>
            <a:r>
              <a:rPr lang="en-IN" sz="2800" b="1" dirty="0"/>
              <a:t>Portable/Platform Independent </a:t>
            </a:r>
          </a:p>
          <a:p>
            <a:pPr marL="914400" lvl="1" indent="-457200">
              <a:buFont typeface="Wingdings" panose="05000000000000000000" pitchFamily="2" charset="2"/>
              <a:buChar char="v"/>
            </a:pPr>
            <a:r>
              <a:rPr lang="en-IN" b="1" dirty="0"/>
              <a:t>(because of compiled and interpreted)</a:t>
            </a:r>
          </a:p>
          <a:p>
            <a:pPr marL="457200" indent="-457200">
              <a:buFont typeface="Wingdings" panose="05000000000000000000" pitchFamily="2" charset="2"/>
              <a:buChar char="v"/>
            </a:pPr>
            <a:r>
              <a:rPr lang="en-IN" sz="2800" b="1" dirty="0"/>
              <a:t>Robust </a:t>
            </a:r>
          </a:p>
          <a:p>
            <a:pPr marL="457200" indent="-457200">
              <a:buFont typeface="Wingdings" panose="05000000000000000000" pitchFamily="2" charset="2"/>
              <a:buChar char="v"/>
            </a:pPr>
            <a:r>
              <a:rPr lang="en-IN" sz="2800" b="1" dirty="0"/>
              <a:t>Multithreaded</a:t>
            </a:r>
          </a:p>
          <a:p>
            <a:pPr marL="457200" indent="-457200">
              <a:buFont typeface="Wingdings" panose="05000000000000000000" pitchFamily="2" charset="2"/>
              <a:buChar char="v"/>
            </a:pPr>
            <a:r>
              <a:rPr lang="en-IN" sz="2800" b="1" dirty="0"/>
              <a:t>Distributed</a:t>
            </a:r>
          </a:p>
          <a:p>
            <a:pPr marL="457200" indent="-457200">
              <a:buFont typeface="Wingdings" panose="05000000000000000000" pitchFamily="2" charset="2"/>
              <a:buChar char="v"/>
            </a:pPr>
            <a:r>
              <a:rPr lang="en-IN" sz="2800" b="1" dirty="0"/>
              <a:t>Architecture Neutral</a:t>
            </a:r>
          </a:p>
          <a:p>
            <a:pPr marL="457200" indent="-457200">
              <a:buFont typeface="Wingdings" panose="05000000000000000000" pitchFamily="2" charset="2"/>
              <a:buChar char="v"/>
            </a:pPr>
            <a:r>
              <a:rPr lang="en-IN" sz="2800" b="1" dirty="0"/>
              <a:t>Object Oriented</a:t>
            </a:r>
          </a:p>
        </p:txBody>
      </p:sp>
      <p:sp>
        <p:nvSpPr>
          <p:cNvPr id="2" name="Footer Placeholder 1">
            <a:extLst>
              <a:ext uri="{FF2B5EF4-FFF2-40B4-BE49-F238E27FC236}">
                <a16:creationId xmlns:a16="http://schemas.microsoft.com/office/drawing/2014/main" xmlns="" id="{1ECB3E17-7494-CB83-C95F-8907E15FD10B}"/>
              </a:ext>
            </a:extLst>
          </p:cNvPr>
          <p:cNvSpPr>
            <a:spLocks noGrp="1"/>
          </p:cNvSpPr>
          <p:nvPr>
            <p:ph type="ftr" sz="quarter" idx="11"/>
          </p:nvPr>
        </p:nvSpPr>
        <p:spPr/>
        <p:txBody>
          <a:bodyPr/>
          <a:lstStyle/>
          <a:p>
            <a:r>
              <a:rPr lang="en-US"/>
              <a:t>Suryanarayana</a:t>
            </a:r>
          </a:p>
        </p:txBody>
      </p:sp>
      <p:pic>
        <p:nvPicPr>
          <p:cNvPr id="1026" name="Picture 2" descr="Features of Java - Javatpoi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2810" y="774619"/>
            <a:ext cx="4762500" cy="4829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358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0CDE3D9-0B21-4D8D-A564-A4E4F4ECF5B0}"/>
              </a:ext>
            </a:extLst>
          </p:cNvPr>
          <p:cNvGrpSpPr/>
          <p:nvPr/>
        </p:nvGrpSpPr>
        <p:grpSpPr>
          <a:xfrm>
            <a:off x="-1" y="-1"/>
            <a:ext cx="12192001" cy="6858001"/>
            <a:chOff x="-1" y="-1"/>
            <a:chExt cx="12192001" cy="6858001"/>
          </a:xfrm>
        </p:grpSpPr>
        <p:sp>
          <p:nvSpPr>
            <p:cNvPr id="8" name="Rectangle 7">
              <a:extLst>
                <a:ext uri="{FF2B5EF4-FFF2-40B4-BE49-F238E27FC236}">
                  <a16:creationId xmlns:a16="http://schemas.microsoft.com/office/drawing/2014/main" xmlns="" id="{5A446737-F293-42BF-8771-D6E55FCE53C3}"/>
                </a:ext>
              </a:extLst>
            </p:cNvPr>
            <p:cNvSpPr/>
            <p:nvPr/>
          </p:nvSpPr>
          <p:spPr>
            <a:xfrm>
              <a:off x="9524478" y="3892216"/>
              <a:ext cx="2667522" cy="29657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4" name="Rectangle 13">
              <a:extLst>
                <a:ext uri="{FF2B5EF4-FFF2-40B4-BE49-F238E27FC236}">
                  <a16:creationId xmlns:a16="http://schemas.microsoft.com/office/drawing/2014/main" xmlns="" id="{F1DE234E-2274-4FC8-931E-288A5A166015}"/>
                </a:ext>
              </a:extLst>
            </p:cNvPr>
            <p:cNvSpPr/>
            <p:nvPr/>
          </p:nvSpPr>
          <p:spPr>
            <a:xfrm>
              <a:off x="4553953" y="0"/>
              <a:ext cx="2442410" cy="519727"/>
            </a:xfrm>
            <a:prstGeom prst="rect">
              <a:avLst/>
            </a:prstGeom>
            <a:gradFill>
              <a:gsLst>
                <a:gs pos="2372">
                  <a:srgbClr val="FF0040"/>
                </a:gs>
                <a:gs pos="37053">
                  <a:srgbClr val="FF0071"/>
                </a:gs>
                <a:gs pos="99150">
                  <a:srgbClr val="FF00A2"/>
                </a:gs>
              </a:gsLst>
            </a:gradFill>
            <a:ln w="12700">
              <a:miter lim="400000"/>
            </a:ln>
            <a:scene3d>
              <a:camera prst="orthographicFront"/>
              <a:lightRig rig="threePt" dir="t"/>
            </a:scene3d>
            <a:sp3d>
              <a:bevelT prst="slope"/>
            </a:sp3d>
          </p:spPr>
          <p:txBody>
            <a:bodyPr lIns="45719" rIns="45719" anchor="ctr"/>
            <a:lstStyle/>
            <a:p>
              <a:pPr algn="ctr"/>
              <a:r>
                <a:rPr lang="en-US" sz="2000" b="1" dirty="0">
                  <a:solidFill>
                    <a:schemeClr val="bg1"/>
                  </a:solidFill>
                  <a:latin typeface="Times New Roman" panose="02020603050405020304" pitchFamily="18" charset="0"/>
                </a:rPr>
                <a:t>Java Features</a:t>
              </a:r>
            </a:p>
          </p:txBody>
        </p:sp>
        <p:sp>
          <p:nvSpPr>
            <p:cNvPr id="15" name="Right Triangle 14">
              <a:extLst>
                <a:ext uri="{FF2B5EF4-FFF2-40B4-BE49-F238E27FC236}">
                  <a16:creationId xmlns:a16="http://schemas.microsoft.com/office/drawing/2014/main" xmlns="" id="{B7C1728C-187B-43E2-B374-3C8C140D2454}"/>
                </a:ext>
              </a:extLst>
            </p:cNvPr>
            <p:cNvSpPr/>
            <p:nvPr/>
          </p:nvSpPr>
          <p:spPr>
            <a:xfrm>
              <a:off x="0" y="6250405"/>
              <a:ext cx="6341165" cy="607594"/>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6" name="Right Triangle 15">
              <a:extLst>
                <a:ext uri="{FF2B5EF4-FFF2-40B4-BE49-F238E27FC236}">
                  <a16:creationId xmlns:a16="http://schemas.microsoft.com/office/drawing/2014/main" xmlns="" id="{90DD2B8C-EB32-44D4-837F-B0B6A860067F}"/>
                </a:ext>
              </a:extLst>
            </p:cNvPr>
            <p:cNvSpPr/>
            <p:nvPr/>
          </p:nvSpPr>
          <p:spPr>
            <a:xfrm flipV="1">
              <a:off x="-1" y="-1"/>
              <a:ext cx="1678406" cy="1530626"/>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7" name="Right Triangle 16">
              <a:extLst>
                <a:ext uri="{FF2B5EF4-FFF2-40B4-BE49-F238E27FC236}">
                  <a16:creationId xmlns:a16="http://schemas.microsoft.com/office/drawing/2014/main" xmlns="" id="{1B7530A7-B5FE-4BE1-9BB7-DEEB156359BD}"/>
                </a:ext>
              </a:extLst>
            </p:cNvPr>
            <p:cNvSpPr/>
            <p:nvPr/>
          </p:nvSpPr>
          <p:spPr>
            <a:xfrm flipH="1">
              <a:off x="6341164" y="6160168"/>
              <a:ext cx="5850835" cy="697832"/>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8" name="Right Triangle 17">
              <a:extLst>
                <a:ext uri="{FF2B5EF4-FFF2-40B4-BE49-F238E27FC236}">
                  <a16:creationId xmlns:a16="http://schemas.microsoft.com/office/drawing/2014/main" xmlns="" id="{8D0E11FF-8E9C-4B36-AA58-488E4C0ADFB3}"/>
                </a:ext>
              </a:extLst>
            </p:cNvPr>
            <p:cNvSpPr/>
            <p:nvPr/>
          </p:nvSpPr>
          <p:spPr>
            <a:xfrm flipH="1" flipV="1">
              <a:off x="10513594" y="0"/>
              <a:ext cx="1678405" cy="1530626"/>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pic>
          <p:nvPicPr>
            <p:cNvPr id="19" name="Picture 18">
              <a:extLst>
                <a:ext uri="{FF2B5EF4-FFF2-40B4-BE49-F238E27FC236}">
                  <a16:creationId xmlns:a16="http://schemas.microsoft.com/office/drawing/2014/main" xmlns="" id="{A601BD45-3342-4071-863C-308B543342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42032" y="48127"/>
              <a:ext cx="663754" cy="726492"/>
            </a:xfrm>
            <a:prstGeom prst="roundRect">
              <a:avLst>
                <a:gd name="adj" fmla="val 2010"/>
              </a:avLst>
            </a:prstGeom>
            <a:ln>
              <a:solidFill>
                <a:srgbClr val="C0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20" name="TextBox 19">
            <a:extLst>
              <a:ext uri="{FF2B5EF4-FFF2-40B4-BE49-F238E27FC236}">
                <a16:creationId xmlns:a16="http://schemas.microsoft.com/office/drawing/2014/main" xmlns="" id="{68348499-B941-4AD2-8393-403E990A7E98}"/>
              </a:ext>
            </a:extLst>
          </p:cNvPr>
          <p:cNvSpPr txBox="1"/>
          <p:nvPr/>
        </p:nvSpPr>
        <p:spPr>
          <a:xfrm>
            <a:off x="791076" y="1383874"/>
            <a:ext cx="8394488" cy="2369880"/>
          </a:xfrm>
          <a:prstGeom prst="rect">
            <a:avLst/>
          </a:prstGeom>
          <a:noFill/>
        </p:spPr>
        <p:txBody>
          <a:bodyPr wrap="square" rtlCol="0">
            <a:spAutoFit/>
          </a:bodyPr>
          <a:lstStyle/>
          <a:p>
            <a:pPr marL="457200" indent="-457200">
              <a:buFont typeface="Wingdings" panose="05000000000000000000" pitchFamily="2" charset="2"/>
              <a:buChar char="v"/>
            </a:pPr>
            <a:r>
              <a:rPr lang="en-IN" sz="2800" b="1" dirty="0"/>
              <a:t>Simple</a:t>
            </a:r>
          </a:p>
          <a:p>
            <a:r>
              <a:rPr lang="en-IN" sz="2400" b="1" dirty="0"/>
              <a:t>Because Java doesn’t support complex features such as: </a:t>
            </a:r>
          </a:p>
          <a:p>
            <a:pPr marL="342900" indent="-342900">
              <a:buFont typeface="Wingdings" panose="05000000000000000000" pitchFamily="2" charset="2"/>
              <a:buChar char="ü"/>
            </a:pPr>
            <a:r>
              <a:rPr lang="en-IN" sz="2400" b="1" dirty="0"/>
              <a:t>pointers</a:t>
            </a:r>
          </a:p>
          <a:p>
            <a:pPr marL="342900" indent="-342900">
              <a:buFont typeface="Wingdings" panose="05000000000000000000" pitchFamily="2" charset="2"/>
              <a:buChar char="ü"/>
            </a:pPr>
            <a:r>
              <a:rPr lang="en-IN" sz="2400" b="1" dirty="0"/>
              <a:t>operator overloading</a:t>
            </a:r>
          </a:p>
          <a:p>
            <a:pPr marL="342900" indent="-342900">
              <a:buFont typeface="Wingdings" panose="05000000000000000000" pitchFamily="2" charset="2"/>
              <a:buChar char="ü"/>
            </a:pPr>
            <a:r>
              <a:rPr lang="en-IN" sz="2400" b="1" dirty="0"/>
              <a:t>multiple inheritance</a:t>
            </a:r>
          </a:p>
          <a:p>
            <a:pPr marL="342900" indent="-342900">
              <a:buFont typeface="Wingdings" panose="05000000000000000000" pitchFamily="2" charset="2"/>
              <a:buChar char="ü"/>
            </a:pPr>
            <a:r>
              <a:rPr lang="en-IN" sz="2400" b="1" dirty="0"/>
              <a:t>explicit memory allocation/deallocation</a:t>
            </a:r>
          </a:p>
        </p:txBody>
      </p:sp>
      <p:sp>
        <p:nvSpPr>
          <p:cNvPr id="2" name="Footer Placeholder 1">
            <a:extLst>
              <a:ext uri="{FF2B5EF4-FFF2-40B4-BE49-F238E27FC236}">
                <a16:creationId xmlns:a16="http://schemas.microsoft.com/office/drawing/2014/main" xmlns="" id="{2345B4A0-0BFA-0E76-EAB7-16AFF7D278CE}"/>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064168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0CDE3D9-0B21-4D8D-A564-A4E4F4ECF5B0}"/>
              </a:ext>
            </a:extLst>
          </p:cNvPr>
          <p:cNvGrpSpPr/>
          <p:nvPr/>
        </p:nvGrpSpPr>
        <p:grpSpPr>
          <a:xfrm>
            <a:off x="-1" y="-1"/>
            <a:ext cx="12192001" cy="6858001"/>
            <a:chOff x="-1" y="-1"/>
            <a:chExt cx="12192001" cy="6858001"/>
          </a:xfrm>
        </p:grpSpPr>
        <p:sp>
          <p:nvSpPr>
            <p:cNvPr id="8" name="Rectangle 7">
              <a:extLst>
                <a:ext uri="{FF2B5EF4-FFF2-40B4-BE49-F238E27FC236}">
                  <a16:creationId xmlns:a16="http://schemas.microsoft.com/office/drawing/2014/main" xmlns="" id="{5A446737-F293-42BF-8771-D6E55FCE53C3}"/>
                </a:ext>
              </a:extLst>
            </p:cNvPr>
            <p:cNvSpPr/>
            <p:nvPr/>
          </p:nvSpPr>
          <p:spPr>
            <a:xfrm>
              <a:off x="9524478" y="3892216"/>
              <a:ext cx="2667522" cy="29657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4" name="Rectangle 13">
              <a:extLst>
                <a:ext uri="{FF2B5EF4-FFF2-40B4-BE49-F238E27FC236}">
                  <a16:creationId xmlns:a16="http://schemas.microsoft.com/office/drawing/2014/main" xmlns="" id="{F1DE234E-2274-4FC8-931E-288A5A166015}"/>
                </a:ext>
              </a:extLst>
            </p:cNvPr>
            <p:cNvSpPr/>
            <p:nvPr/>
          </p:nvSpPr>
          <p:spPr>
            <a:xfrm>
              <a:off x="4553953" y="0"/>
              <a:ext cx="2442410" cy="519727"/>
            </a:xfrm>
            <a:prstGeom prst="rect">
              <a:avLst/>
            </a:prstGeom>
            <a:gradFill>
              <a:gsLst>
                <a:gs pos="2372">
                  <a:srgbClr val="FF0040"/>
                </a:gs>
                <a:gs pos="37053">
                  <a:srgbClr val="FF0071"/>
                </a:gs>
                <a:gs pos="99150">
                  <a:srgbClr val="FF00A2"/>
                </a:gs>
              </a:gsLst>
            </a:gradFill>
            <a:ln w="12700">
              <a:miter lim="400000"/>
            </a:ln>
            <a:scene3d>
              <a:camera prst="orthographicFront"/>
              <a:lightRig rig="threePt" dir="t"/>
            </a:scene3d>
            <a:sp3d>
              <a:bevelT prst="slope"/>
            </a:sp3d>
          </p:spPr>
          <p:txBody>
            <a:bodyPr lIns="45719" rIns="45719" anchor="ctr"/>
            <a:lstStyle/>
            <a:p>
              <a:pPr algn="ctr"/>
              <a:r>
                <a:rPr lang="en-US" sz="2000" b="1" dirty="0">
                  <a:solidFill>
                    <a:schemeClr val="bg1"/>
                  </a:solidFill>
                  <a:latin typeface="Times New Roman" panose="02020603050405020304" pitchFamily="18" charset="0"/>
                </a:rPr>
                <a:t>Java Features</a:t>
              </a:r>
            </a:p>
          </p:txBody>
        </p:sp>
        <p:sp>
          <p:nvSpPr>
            <p:cNvPr id="15" name="Right Triangle 14">
              <a:extLst>
                <a:ext uri="{FF2B5EF4-FFF2-40B4-BE49-F238E27FC236}">
                  <a16:creationId xmlns:a16="http://schemas.microsoft.com/office/drawing/2014/main" xmlns="" id="{B7C1728C-187B-43E2-B374-3C8C140D2454}"/>
                </a:ext>
              </a:extLst>
            </p:cNvPr>
            <p:cNvSpPr/>
            <p:nvPr/>
          </p:nvSpPr>
          <p:spPr>
            <a:xfrm>
              <a:off x="0" y="6250405"/>
              <a:ext cx="6341165" cy="607594"/>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6" name="Right Triangle 15">
              <a:extLst>
                <a:ext uri="{FF2B5EF4-FFF2-40B4-BE49-F238E27FC236}">
                  <a16:creationId xmlns:a16="http://schemas.microsoft.com/office/drawing/2014/main" xmlns="" id="{90DD2B8C-EB32-44D4-837F-B0B6A860067F}"/>
                </a:ext>
              </a:extLst>
            </p:cNvPr>
            <p:cNvSpPr/>
            <p:nvPr/>
          </p:nvSpPr>
          <p:spPr>
            <a:xfrm flipV="1">
              <a:off x="-1" y="-1"/>
              <a:ext cx="1678406" cy="1530626"/>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7" name="Right Triangle 16">
              <a:extLst>
                <a:ext uri="{FF2B5EF4-FFF2-40B4-BE49-F238E27FC236}">
                  <a16:creationId xmlns:a16="http://schemas.microsoft.com/office/drawing/2014/main" xmlns="" id="{1B7530A7-B5FE-4BE1-9BB7-DEEB156359BD}"/>
                </a:ext>
              </a:extLst>
            </p:cNvPr>
            <p:cNvSpPr/>
            <p:nvPr/>
          </p:nvSpPr>
          <p:spPr>
            <a:xfrm flipH="1">
              <a:off x="6341164" y="6160168"/>
              <a:ext cx="5850835" cy="697832"/>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8" name="Right Triangle 17">
              <a:extLst>
                <a:ext uri="{FF2B5EF4-FFF2-40B4-BE49-F238E27FC236}">
                  <a16:creationId xmlns:a16="http://schemas.microsoft.com/office/drawing/2014/main" xmlns="" id="{8D0E11FF-8E9C-4B36-AA58-488E4C0ADFB3}"/>
                </a:ext>
              </a:extLst>
            </p:cNvPr>
            <p:cNvSpPr/>
            <p:nvPr/>
          </p:nvSpPr>
          <p:spPr>
            <a:xfrm flipH="1" flipV="1">
              <a:off x="10513594" y="0"/>
              <a:ext cx="1678405" cy="1530626"/>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pic>
          <p:nvPicPr>
            <p:cNvPr id="19" name="Picture 18">
              <a:extLst>
                <a:ext uri="{FF2B5EF4-FFF2-40B4-BE49-F238E27FC236}">
                  <a16:creationId xmlns:a16="http://schemas.microsoft.com/office/drawing/2014/main" xmlns="" id="{A601BD45-3342-4071-863C-308B543342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42032" y="48127"/>
              <a:ext cx="663754" cy="726492"/>
            </a:xfrm>
            <a:prstGeom prst="roundRect">
              <a:avLst>
                <a:gd name="adj" fmla="val 2010"/>
              </a:avLst>
            </a:prstGeom>
            <a:ln>
              <a:solidFill>
                <a:srgbClr val="C0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2" name="TextBox 11">
            <a:extLst>
              <a:ext uri="{FF2B5EF4-FFF2-40B4-BE49-F238E27FC236}">
                <a16:creationId xmlns:a16="http://schemas.microsoft.com/office/drawing/2014/main" xmlns="" id="{34FBAAF7-84A0-41DE-B603-2459ED567631}"/>
              </a:ext>
            </a:extLst>
          </p:cNvPr>
          <p:cNvSpPr txBox="1"/>
          <p:nvPr/>
        </p:nvSpPr>
        <p:spPr>
          <a:xfrm>
            <a:off x="864504" y="1126974"/>
            <a:ext cx="8427413" cy="2000548"/>
          </a:xfrm>
          <a:prstGeom prst="rect">
            <a:avLst/>
          </a:prstGeom>
          <a:noFill/>
        </p:spPr>
        <p:txBody>
          <a:bodyPr wrap="square">
            <a:spAutoFit/>
          </a:bodyPr>
          <a:lstStyle/>
          <a:p>
            <a:pPr marL="457200" indent="-457200" algn="just">
              <a:buFont typeface="Wingdings" panose="05000000000000000000" pitchFamily="2" charset="2"/>
              <a:buChar char="v"/>
            </a:pPr>
            <a:r>
              <a:rPr lang="en-IN" sz="2800" b="1" dirty="0"/>
              <a:t>Secure</a:t>
            </a:r>
          </a:p>
          <a:p>
            <a:pPr marL="342900" indent="-342900" algn="just">
              <a:buFont typeface="Wingdings" panose="05000000000000000000" pitchFamily="2" charset="2"/>
              <a:buChar char="ü"/>
            </a:pPr>
            <a:r>
              <a:rPr lang="en-IN" sz="2400" b="1" dirty="0"/>
              <a:t>In Java we don’t have pointers, we cannot access memory locations directly in the programming.</a:t>
            </a:r>
          </a:p>
          <a:p>
            <a:pPr marL="342900" indent="-342900" algn="just">
              <a:buFont typeface="Wingdings" panose="05000000000000000000" pitchFamily="2" charset="2"/>
              <a:buChar char="ü"/>
            </a:pPr>
            <a:r>
              <a:rPr lang="en-IN" sz="2400" b="1" dirty="0"/>
              <a:t>That’s why several security flaws like stack corruption, buffer over flow are impossible to exploit in Java.</a:t>
            </a:r>
            <a:endParaRPr lang="en-IN" sz="2000" b="1" dirty="0"/>
          </a:p>
        </p:txBody>
      </p:sp>
      <p:sp>
        <p:nvSpPr>
          <p:cNvPr id="2" name="Footer Placeholder 1">
            <a:extLst>
              <a:ext uri="{FF2B5EF4-FFF2-40B4-BE49-F238E27FC236}">
                <a16:creationId xmlns:a16="http://schemas.microsoft.com/office/drawing/2014/main" xmlns="" id="{A2E93DDC-65C8-96E1-A63C-6596D0AA9164}"/>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913071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0CDE3D9-0B21-4D8D-A564-A4E4F4ECF5B0}"/>
              </a:ext>
            </a:extLst>
          </p:cNvPr>
          <p:cNvGrpSpPr/>
          <p:nvPr/>
        </p:nvGrpSpPr>
        <p:grpSpPr>
          <a:xfrm>
            <a:off x="-1" y="-1"/>
            <a:ext cx="12192001" cy="6858001"/>
            <a:chOff x="-1" y="-1"/>
            <a:chExt cx="12192001" cy="6858001"/>
          </a:xfrm>
        </p:grpSpPr>
        <p:sp>
          <p:nvSpPr>
            <p:cNvPr id="8" name="Rectangle 7">
              <a:extLst>
                <a:ext uri="{FF2B5EF4-FFF2-40B4-BE49-F238E27FC236}">
                  <a16:creationId xmlns:a16="http://schemas.microsoft.com/office/drawing/2014/main" xmlns="" id="{5A446737-F293-42BF-8771-D6E55FCE53C3}"/>
                </a:ext>
              </a:extLst>
            </p:cNvPr>
            <p:cNvSpPr/>
            <p:nvPr/>
          </p:nvSpPr>
          <p:spPr>
            <a:xfrm>
              <a:off x="9524478" y="3892216"/>
              <a:ext cx="2667522" cy="29657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4" name="Rectangle 13">
              <a:extLst>
                <a:ext uri="{FF2B5EF4-FFF2-40B4-BE49-F238E27FC236}">
                  <a16:creationId xmlns:a16="http://schemas.microsoft.com/office/drawing/2014/main" xmlns="" id="{F1DE234E-2274-4FC8-931E-288A5A166015}"/>
                </a:ext>
              </a:extLst>
            </p:cNvPr>
            <p:cNvSpPr/>
            <p:nvPr/>
          </p:nvSpPr>
          <p:spPr>
            <a:xfrm>
              <a:off x="4553953" y="0"/>
              <a:ext cx="2442410" cy="519727"/>
            </a:xfrm>
            <a:prstGeom prst="rect">
              <a:avLst/>
            </a:prstGeom>
            <a:gradFill>
              <a:gsLst>
                <a:gs pos="2372">
                  <a:srgbClr val="FF0040"/>
                </a:gs>
                <a:gs pos="37053">
                  <a:srgbClr val="FF0071"/>
                </a:gs>
                <a:gs pos="99150">
                  <a:srgbClr val="FF00A2"/>
                </a:gs>
              </a:gsLst>
            </a:gradFill>
            <a:ln w="12700">
              <a:miter lim="400000"/>
            </a:ln>
            <a:scene3d>
              <a:camera prst="orthographicFront"/>
              <a:lightRig rig="threePt" dir="t"/>
            </a:scene3d>
            <a:sp3d>
              <a:bevelT prst="slope"/>
            </a:sp3d>
          </p:spPr>
          <p:txBody>
            <a:bodyPr lIns="45719" rIns="45719" anchor="ctr"/>
            <a:lstStyle/>
            <a:p>
              <a:pPr algn="ctr"/>
              <a:r>
                <a:rPr lang="en-US" sz="2000" b="1" dirty="0">
                  <a:solidFill>
                    <a:schemeClr val="bg1"/>
                  </a:solidFill>
                  <a:latin typeface="Times New Roman" panose="02020603050405020304" pitchFamily="18" charset="0"/>
                </a:rPr>
                <a:t>Java Features</a:t>
              </a:r>
            </a:p>
          </p:txBody>
        </p:sp>
        <p:sp>
          <p:nvSpPr>
            <p:cNvPr id="15" name="Right Triangle 14">
              <a:extLst>
                <a:ext uri="{FF2B5EF4-FFF2-40B4-BE49-F238E27FC236}">
                  <a16:creationId xmlns:a16="http://schemas.microsoft.com/office/drawing/2014/main" xmlns="" id="{B7C1728C-187B-43E2-B374-3C8C140D2454}"/>
                </a:ext>
              </a:extLst>
            </p:cNvPr>
            <p:cNvSpPr/>
            <p:nvPr/>
          </p:nvSpPr>
          <p:spPr>
            <a:xfrm>
              <a:off x="0" y="6250405"/>
              <a:ext cx="6341165" cy="607594"/>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6" name="Right Triangle 15">
              <a:extLst>
                <a:ext uri="{FF2B5EF4-FFF2-40B4-BE49-F238E27FC236}">
                  <a16:creationId xmlns:a16="http://schemas.microsoft.com/office/drawing/2014/main" xmlns="" id="{90DD2B8C-EB32-44D4-837F-B0B6A860067F}"/>
                </a:ext>
              </a:extLst>
            </p:cNvPr>
            <p:cNvSpPr/>
            <p:nvPr/>
          </p:nvSpPr>
          <p:spPr>
            <a:xfrm flipV="1">
              <a:off x="-1" y="-1"/>
              <a:ext cx="1678406" cy="1530626"/>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7" name="Right Triangle 16">
              <a:extLst>
                <a:ext uri="{FF2B5EF4-FFF2-40B4-BE49-F238E27FC236}">
                  <a16:creationId xmlns:a16="http://schemas.microsoft.com/office/drawing/2014/main" xmlns="" id="{1B7530A7-B5FE-4BE1-9BB7-DEEB156359BD}"/>
                </a:ext>
              </a:extLst>
            </p:cNvPr>
            <p:cNvSpPr/>
            <p:nvPr/>
          </p:nvSpPr>
          <p:spPr>
            <a:xfrm flipH="1">
              <a:off x="6341164" y="6160168"/>
              <a:ext cx="5850835" cy="697832"/>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8" name="Right Triangle 17">
              <a:extLst>
                <a:ext uri="{FF2B5EF4-FFF2-40B4-BE49-F238E27FC236}">
                  <a16:creationId xmlns:a16="http://schemas.microsoft.com/office/drawing/2014/main" xmlns="" id="{8D0E11FF-8E9C-4B36-AA58-488E4C0ADFB3}"/>
                </a:ext>
              </a:extLst>
            </p:cNvPr>
            <p:cNvSpPr/>
            <p:nvPr/>
          </p:nvSpPr>
          <p:spPr>
            <a:xfrm flipH="1" flipV="1">
              <a:off x="10513594" y="0"/>
              <a:ext cx="1678405" cy="1530626"/>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pic>
          <p:nvPicPr>
            <p:cNvPr id="19" name="Picture 18">
              <a:extLst>
                <a:ext uri="{FF2B5EF4-FFF2-40B4-BE49-F238E27FC236}">
                  <a16:creationId xmlns:a16="http://schemas.microsoft.com/office/drawing/2014/main" xmlns="" id="{A601BD45-3342-4071-863C-308B543342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42032" y="48127"/>
              <a:ext cx="663754" cy="726492"/>
            </a:xfrm>
            <a:prstGeom prst="roundRect">
              <a:avLst>
                <a:gd name="adj" fmla="val 2010"/>
              </a:avLst>
            </a:prstGeom>
            <a:ln>
              <a:solidFill>
                <a:srgbClr val="C0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3" name="TextBox 12">
            <a:extLst>
              <a:ext uri="{FF2B5EF4-FFF2-40B4-BE49-F238E27FC236}">
                <a16:creationId xmlns:a16="http://schemas.microsoft.com/office/drawing/2014/main" xmlns="" id="{EF3C4A7F-6F7E-4B20-9703-DDDE730252F9}"/>
              </a:ext>
            </a:extLst>
          </p:cNvPr>
          <p:cNvSpPr txBox="1"/>
          <p:nvPr/>
        </p:nvSpPr>
        <p:spPr>
          <a:xfrm>
            <a:off x="839202" y="1310351"/>
            <a:ext cx="6131858" cy="800219"/>
          </a:xfrm>
          <a:prstGeom prst="rect">
            <a:avLst/>
          </a:prstGeom>
          <a:noFill/>
        </p:spPr>
        <p:txBody>
          <a:bodyPr wrap="square">
            <a:spAutoFit/>
          </a:bodyPr>
          <a:lstStyle/>
          <a:p>
            <a:pPr marL="457200" indent="-457200">
              <a:buFont typeface="Wingdings" panose="05000000000000000000" pitchFamily="2" charset="2"/>
              <a:buChar char="v"/>
            </a:pPr>
            <a:r>
              <a:rPr lang="en-IN" sz="2800" b="1" dirty="0"/>
              <a:t>Portable/Platform Independent </a:t>
            </a:r>
          </a:p>
          <a:p>
            <a:pPr marL="914400" lvl="1" indent="-457200">
              <a:buFont typeface="Wingdings" panose="05000000000000000000" pitchFamily="2" charset="2"/>
              <a:buChar char="v"/>
            </a:pPr>
            <a:r>
              <a:rPr lang="en-IN" b="1" dirty="0"/>
              <a:t>(because of compiled and interpreted)</a:t>
            </a:r>
          </a:p>
        </p:txBody>
      </p:sp>
      <p:sp>
        <p:nvSpPr>
          <p:cNvPr id="4" name="Flowchart: Document 3">
            <a:extLst>
              <a:ext uri="{FF2B5EF4-FFF2-40B4-BE49-F238E27FC236}">
                <a16:creationId xmlns:a16="http://schemas.microsoft.com/office/drawing/2014/main" xmlns="" id="{E995ABC3-95BD-45EE-96F4-9E19A901EC2A}"/>
              </a:ext>
            </a:extLst>
          </p:cNvPr>
          <p:cNvSpPr/>
          <p:nvPr/>
        </p:nvSpPr>
        <p:spPr>
          <a:xfrm>
            <a:off x="1183341" y="2205319"/>
            <a:ext cx="1210235" cy="1270040"/>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Java Source file</a:t>
            </a:r>
          </a:p>
          <a:p>
            <a:pPr algn="ctr"/>
            <a:r>
              <a:rPr lang="en-US" dirty="0"/>
              <a:t>Hello.java</a:t>
            </a:r>
            <a:endParaRPr lang="en-IN" dirty="0"/>
          </a:p>
        </p:txBody>
      </p:sp>
      <p:graphicFrame>
        <p:nvGraphicFramePr>
          <p:cNvPr id="5" name="Diagram 4">
            <a:extLst>
              <a:ext uri="{FF2B5EF4-FFF2-40B4-BE49-F238E27FC236}">
                <a16:creationId xmlns:a16="http://schemas.microsoft.com/office/drawing/2014/main" xmlns="" id="{825E5D98-291A-4E65-A5B2-4AFF3A0F3051}"/>
              </a:ext>
            </a:extLst>
          </p:cNvPr>
          <p:cNvGraphicFramePr/>
          <p:nvPr>
            <p:extLst>
              <p:ext uri="{D42A27DB-BD31-4B8C-83A1-F6EECF244321}">
                <p14:modId xmlns:p14="http://schemas.microsoft.com/office/powerpoint/2010/main" val="3139675630"/>
              </p:ext>
            </p:extLst>
          </p:nvPr>
        </p:nvGraphicFramePr>
        <p:xfrm>
          <a:off x="3109977" y="2068258"/>
          <a:ext cx="1639047" cy="17345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0" name="Flowchart: Document 19">
            <a:extLst>
              <a:ext uri="{FF2B5EF4-FFF2-40B4-BE49-F238E27FC236}">
                <a16:creationId xmlns:a16="http://schemas.microsoft.com/office/drawing/2014/main" xmlns="" id="{678F4CFA-7EAF-4729-BEE7-8835C09C97FD}"/>
              </a:ext>
            </a:extLst>
          </p:cNvPr>
          <p:cNvSpPr/>
          <p:nvPr/>
        </p:nvSpPr>
        <p:spPr>
          <a:xfrm>
            <a:off x="5846610" y="2205319"/>
            <a:ext cx="1210235" cy="1270040"/>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Java Byte Code file</a:t>
            </a:r>
          </a:p>
          <a:p>
            <a:pPr algn="ctr"/>
            <a:r>
              <a:rPr lang="en-US" dirty="0" err="1"/>
              <a:t>Hello.class</a:t>
            </a:r>
            <a:endParaRPr lang="en-IN" dirty="0"/>
          </a:p>
        </p:txBody>
      </p:sp>
      <p:graphicFrame>
        <p:nvGraphicFramePr>
          <p:cNvPr id="7" name="Diagram 6">
            <a:extLst>
              <a:ext uri="{FF2B5EF4-FFF2-40B4-BE49-F238E27FC236}">
                <a16:creationId xmlns:a16="http://schemas.microsoft.com/office/drawing/2014/main" xmlns="" id="{C61348CC-3FE1-4610-B444-756A23E8A334}"/>
              </a:ext>
            </a:extLst>
          </p:cNvPr>
          <p:cNvGraphicFramePr/>
          <p:nvPr>
            <p:extLst>
              <p:ext uri="{D42A27DB-BD31-4B8C-83A1-F6EECF244321}">
                <p14:modId xmlns:p14="http://schemas.microsoft.com/office/powerpoint/2010/main" val="2068646360"/>
              </p:ext>
            </p:extLst>
          </p:nvPr>
        </p:nvGraphicFramePr>
        <p:xfrm>
          <a:off x="5765093" y="3590367"/>
          <a:ext cx="1644236" cy="139591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9" name="Diagram 8">
            <a:extLst>
              <a:ext uri="{FF2B5EF4-FFF2-40B4-BE49-F238E27FC236}">
                <a16:creationId xmlns:a16="http://schemas.microsoft.com/office/drawing/2014/main" xmlns="" id="{341D1C7F-F666-4374-971A-310614A66E5B}"/>
              </a:ext>
            </a:extLst>
          </p:cNvPr>
          <p:cNvGraphicFramePr/>
          <p:nvPr>
            <p:extLst>
              <p:ext uri="{D42A27DB-BD31-4B8C-83A1-F6EECF244321}">
                <p14:modId xmlns:p14="http://schemas.microsoft.com/office/powerpoint/2010/main" val="152302933"/>
              </p:ext>
            </p:extLst>
          </p:nvPr>
        </p:nvGraphicFramePr>
        <p:xfrm>
          <a:off x="2925416" y="5509761"/>
          <a:ext cx="6341165" cy="898826"/>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10" name="Rectangle: Rounded Corners 9">
            <a:extLst>
              <a:ext uri="{FF2B5EF4-FFF2-40B4-BE49-F238E27FC236}">
                <a16:creationId xmlns:a16="http://schemas.microsoft.com/office/drawing/2014/main" xmlns="" id="{820CFFB8-451E-420E-8F4A-64F785511EB3}"/>
              </a:ext>
            </a:extLst>
          </p:cNvPr>
          <p:cNvSpPr/>
          <p:nvPr/>
        </p:nvSpPr>
        <p:spPr>
          <a:xfrm>
            <a:off x="443753" y="3833218"/>
            <a:ext cx="2666224" cy="949884"/>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java compiler compiles .java file into .class</a:t>
            </a:r>
            <a:endParaRPr lang="en-IN" dirty="0"/>
          </a:p>
        </p:txBody>
      </p:sp>
      <p:sp>
        <p:nvSpPr>
          <p:cNvPr id="11" name="Rectangle: Rounded Corners 10">
            <a:extLst>
              <a:ext uri="{FF2B5EF4-FFF2-40B4-BE49-F238E27FC236}">
                <a16:creationId xmlns:a16="http://schemas.microsoft.com/office/drawing/2014/main" xmlns="" id="{A69DC844-1B82-494B-B749-814D706D01A8}"/>
              </a:ext>
            </a:extLst>
          </p:cNvPr>
          <p:cNvSpPr/>
          <p:nvPr/>
        </p:nvSpPr>
        <p:spPr>
          <a:xfrm>
            <a:off x="2975507" y="4202756"/>
            <a:ext cx="2426516" cy="59229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.class file contains java byte code instructions</a:t>
            </a:r>
            <a:endParaRPr lang="en-IN" dirty="0"/>
          </a:p>
        </p:txBody>
      </p:sp>
      <p:sp>
        <p:nvSpPr>
          <p:cNvPr id="21" name="Rectangle 20">
            <a:extLst>
              <a:ext uri="{FF2B5EF4-FFF2-40B4-BE49-F238E27FC236}">
                <a16:creationId xmlns:a16="http://schemas.microsoft.com/office/drawing/2014/main" xmlns="" id="{B9AE7C97-26D9-4EE2-A59C-A19C42C2259C}"/>
              </a:ext>
            </a:extLst>
          </p:cNvPr>
          <p:cNvSpPr/>
          <p:nvPr/>
        </p:nvSpPr>
        <p:spPr>
          <a:xfrm>
            <a:off x="3455894" y="5141030"/>
            <a:ext cx="5810687" cy="315893"/>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b="1" dirty="0">
                <a:solidFill>
                  <a:schemeClr val="tx1"/>
                </a:solidFill>
              </a:rPr>
              <a:t>Byte Code Instructions are common to all OS</a:t>
            </a:r>
            <a:endParaRPr lang="en-IN" b="1" dirty="0">
              <a:solidFill>
                <a:schemeClr val="tx1"/>
              </a:solidFill>
            </a:endParaRPr>
          </a:p>
        </p:txBody>
      </p:sp>
      <p:sp>
        <p:nvSpPr>
          <p:cNvPr id="22" name="Rectangle 1">
            <a:extLst>
              <a:ext uri="{FF2B5EF4-FFF2-40B4-BE49-F238E27FC236}">
                <a16:creationId xmlns:a16="http://schemas.microsoft.com/office/drawing/2014/main" xmlns="" id="{E773AA5D-D15E-4D34-8BC3-6D35FD48DE3C}"/>
              </a:ext>
            </a:extLst>
          </p:cNvPr>
          <p:cNvSpPr>
            <a:spLocks noChangeArrowheads="1"/>
          </p:cNvSpPr>
          <p:nvPr/>
        </p:nvSpPr>
        <p:spPr bwMode="auto">
          <a:xfrm>
            <a:off x="7394603" y="543937"/>
            <a:ext cx="3463636" cy="2521102"/>
          </a:xfrm>
          <a:prstGeom prst="rect">
            <a:avLst/>
          </a:prstGeom>
          <a:solidFill>
            <a:srgbClr val="E5E5E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58700" rIns="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1" u="none" strike="noStrike" cap="none" normalizeH="0" baseline="0" dirty="0">
                <a:ln>
                  <a:noFill/>
                </a:ln>
                <a:solidFill>
                  <a:srgbClr val="880000"/>
                </a:solidFill>
                <a:effectLst/>
                <a:latin typeface="Courier New" panose="02070309020205020404" pitchFamily="49" charset="0"/>
              </a:rPr>
              <a:t>// Bytecode stream: 03 3b 84 00 01 1a 05 68 3b a7 ff f9</a:t>
            </a:r>
            <a:r>
              <a:rPr kumimoji="0" lang="en-US" altLang="en-US" sz="1300" b="0" i="0" u="none" strike="noStrike" cap="none" normalizeH="0" baseline="0" dirty="0">
                <a:ln>
                  <a:noFill/>
                </a:ln>
                <a:solidFill>
                  <a:srgbClr val="000000"/>
                </a:solidFill>
                <a:effectLst/>
                <a:latin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1" u="none" strike="noStrike" cap="none" normalizeH="0" baseline="0" dirty="0">
                <a:ln>
                  <a:noFill/>
                </a:ln>
                <a:solidFill>
                  <a:srgbClr val="880000"/>
                </a:solidFill>
                <a:effectLst/>
                <a:latin typeface="Courier New" panose="02070309020205020404" pitchFamily="49" charset="0"/>
              </a:rPr>
              <a:t>// Disassembly:</a:t>
            </a:r>
            <a:r>
              <a:rPr kumimoji="0" lang="en-US" altLang="en-US" sz="1300" b="0" i="0" u="none" strike="noStrike" cap="none" normalizeH="0" baseline="0" dirty="0">
                <a:ln>
                  <a:noFill/>
                </a:ln>
                <a:solidFill>
                  <a:srgbClr val="000000"/>
                </a:solidFill>
                <a:effectLst/>
                <a:latin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000000"/>
                </a:solidFill>
                <a:effectLst/>
                <a:latin typeface="Courier New" panose="02070309020205020404" pitchFamily="49" charset="0"/>
              </a:rPr>
              <a:t>iconst_0 </a:t>
            </a:r>
            <a:r>
              <a:rPr kumimoji="0" lang="en-US" altLang="en-US" sz="1300" b="0" i="1" u="none" strike="noStrike" cap="none" normalizeH="0" baseline="0" dirty="0">
                <a:ln>
                  <a:noFill/>
                </a:ln>
                <a:solidFill>
                  <a:srgbClr val="880000"/>
                </a:solidFill>
                <a:effectLst/>
                <a:latin typeface="Courier New" panose="02070309020205020404" pitchFamily="49" charset="0"/>
              </a:rPr>
              <a:t>// 03</a:t>
            </a:r>
            <a:r>
              <a:rPr kumimoji="0" lang="en-US" altLang="en-US" sz="1300" b="0" i="0" u="none" strike="noStrike" cap="none" normalizeH="0" baseline="0" dirty="0">
                <a:ln>
                  <a:noFill/>
                </a:ln>
                <a:solidFill>
                  <a:srgbClr val="000000"/>
                </a:solidFill>
                <a:effectLst/>
                <a:latin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000000"/>
                </a:solidFill>
                <a:effectLst/>
                <a:latin typeface="Courier New" panose="02070309020205020404" pitchFamily="49" charset="0"/>
              </a:rPr>
              <a:t>istore_0 </a:t>
            </a:r>
            <a:r>
              <a:rPr kumimoji="0" lang="en-US" altLang="en-US" sz="1300" b="0" i="1" u="none" strike="noStrike" cap="none" normalizeH="0" baseline="0" dirty="0">
                <a:ln>
                  <a:noFill/>
                </a:ln>
                <a:solidFill>
                  <a:srgbClr val="880000"/>
                </a:solidFill>
                <a:effectLst/>
                <a:latin typeface="Courier New" panose="02070309020205020404" pitchFamily="49" charset="0"/>
              </a:rPr>
              <a:t>// 3b</a:t>
            </a:r>
            <a:r>
              <a:rPr kumimoji="0" lang="en-US" altLang="en-US" sz="1300" b="0" i="0" u="none" strike="noStrike" cap="none" normalizeH="0" baseline="0" dirty="0">
                <a:ln>
                  <a:noFill/>
                </a:ln>
                <a:solidFill>
                  <a:srgbClr val="000000"/>
                </a:solidFill>
                <a:effectLst/>
                <a:latin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err="1">
                <a:ln>
                  <a:noFill/>
                </a:ln>
                <a:solidFill>
                  <a:srgbClr val="000000"/>
                </a:solidFill>
                <a:effectLst/>
                <a:latin typeface="Courier New" panose="02070309020205020404" pitchFamily="49" charset="0"/>
              </a:rPr>
              <a:t>iinc</a:t>
            </a:r>
            <a:r>
              <a:rPr kumimoji="0" lang="en-US" altLang="en-US" sz="1300" b="0" i="0" u="none" strike="noStrike" cap="none" normalizeH="0" baseline="0" dirty="0">
                <a:ln>
                  <a:noFill/>
                </a:ln>
                <a:solidFill>
                  <a:srgbClr val="000000"/>
                </a:solidFill>
                <a:effectLst/>
                <a:latin typeface="Courier New" panose="02070309020205020404" pitchFamily="49" charset="0"/>
              </a:rPr>
              <a:t> </a:t>
            </a:r>
            <a:r>
              <a:rPr kumimoji="0" lang="en-US" altLang="en-US" sz="1300" b="0" i="0" u="none" strike="noStrike" cap="none" normalizeH="0" baseline="0" dirty="0">
                <a:ln>
                  <a:noFill/>
                </a:ln>
                <a:solidFill>
                  <a:srgbClr val="006666"/>
                </a:solidFill>
                <a:effectLst/>
                <a:latin typeface="Courier New" panose="02070309020205020404" pitchFamily="49" charset="0"/>
              </a:rPr>
              <a:t>0</a:t>
            </a:r>
            <a:r>
              <a:rPr kumimoji="0" lang="en-US" altLang="en-US" sz="1300" b="0" i="0" u="none" strike="noStrike" cap="none" normalizeH="0" baseline="0" dirty="0">
                <a:ln>
                  <a:noFill/>
                </a:ln>
                <a:solidFill>
                  <a:srgbClr val="666600"/>
                </a:solidFill>
                <a:effectLst/>
                <a:latin typeface="Courier New" panose="02070309020205020404" pitchFamily="49" charset="0"/>
              </a:rPr>
              <a:t>,</a:t>
            </a:r>
            <a:r>
              <a:rPr kumimoji="0" lang="en-US" altLang="en-US" sz="1300" b="0" i="0" u="none" strike="noStrike" cap="none" normalizeH="0" baseline="0" dirty="0">
                <a:ln>
                  <a:noFill/>
                </a:ln>
                <a:solidFill>
                  <a:srgbClr val="000000"/>
                </a:solidFill>
                <a:effectLst/>
                <a:latin typeface="Courier New" panose="02070309020205020404" pitchFamily="49" charset="0"/>
              </a:rPr>
              <a:t> </a:t>
            </a:r>
            <a:r>
              <a:rPr kumimoji="0" lang="en-US" altLang="en-US" sz="1300" b="0" i="0" u="none" strike="noStrike" cap="none" normalizeH="0" baseline="0" dirty="0">
                <a:ln>
                  <a:noFill/>
                </a:ln>
                <a:solidFill>
                  <a:srgbClr val="006666"/>
                </a:solidFill>
                <a:effectLst/>
                <a:latin typeface="Courier New" panose="02070309020205020404" pitchFamily="49" charset="0"/>
              </a:rPr>
              <a:t>1</a:t>
            </a:r>
            <a:r>
              <a:rPr kumimoji="0" lang="en-US" altLang="en-US" sz="1300" b="0" i="0" u="none" strike="noStrike" cap="none" normalizeH="0" baseline="0" dirty="0">
                <a:ln>
                  <a:noFill/>
                </a:ln>
                <a:solidFill>
                  <a:srgbClr val="000000"/>
                </a:solidFill>
                <a:effectLst/>
                <a:latin typeface="Courier New" panose="02070309020205020404" pitchFamily="49" charset="0"/>
              </a:rPr>
              <a:t> </a:t>
            </a:r>
            <a:r>
              <a:rPr kumimoji="0" lang="en-US" altLang="en-US" sz="1300" b="0" i="1" u="none" strike="noStrike" cap="none" normalizeH="0" baseline="0" dirty="0">
                <a:ln>
                  <a:noFill/>
                </a:ln>
                <a:solidFill>
                  <a:srgbClr val="880000"/>
                </a:solidFill>
                <a:effectLst/>
                <a:latin typeface="Courier New" panose="02070309020205020404" pitchFamily="49" charset="0"/>
              </a:rPr>
              <a:t>// 84 00 01</a:t>
            </a:r>
            <a:r>
              <a:rPr kumimoji="0" lang="en-US" altLang="en-US" sz="1300" b="0" i="0" u="none" strike="noStrike" cap="none" normalizeH="0" baseline="0" dirty="0">
                <a:ln>
                  <a:noFill/>
                </a:ln>
                <a:solidFill>
                  <a:srgbClr val="000000"/>
                </a:solidFill>
                <a:effectLst/>
                <a:latin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000000"/>
                </a:solidFill>
                <a:effectLst/>
                <a:latin typeface="Courier New" panose="02070309020205020404" pitchFamily="49" charset="0"/>
              </a:rPr>
              <a:t>iload_0 </a:t>
            </a:r>
            <a:r>
              <a:rPr kumimoji="0" lang="en-US" altLang="en-US" sz="1300" b="0" i="1" u="none" strike="noStrike" cap="none" normalizeH="0" baseline="0" dirty="0">
                <a:ln>
                  <a:noFill/>
                </a:ln>
                <a:solidFill>
                  <a:srgbClr val="880000"/>
                </a:solidFill>
                <a:effectLst/>
                <a:latin typeface="Courier New" panose="02070309020205020404" pitchFamily="49" charset="0"/>
              </a:rPr>
              <a:t>// 1a</a:t>
            </a:r>
            <a:r>
              <a:rPr kumimoji="0" lang="en-US" altLang="en-US" sz="1300" b="0" i="0" u="none" strike="noStrike" cap="none" normalizeH="0" baseline="0" dirty="0">
                <a:ln>
                  <a:noFill/>
                </a:ln>
                <a:solidFill>
                  <a:srgbClr val="000000"/>
                </a:solidFill>
                <a:effectLst/>
                <a:latin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000000"/>
                </a:solidFill>
                <a:effectLst/>
                <a:latin typeface="Courier New" panose="02070309020205020404" pitchFamily="49" charset="0"/>
              </a:rPr>
              <a:t>iconst_2 </a:t>
            </a:r>
            <a:r>
              <a:rPr kumimoji="0" lang="en-US" altLang="en-US" sz="1300" b="0" i="1" u="none" strike="noStrike" cap="none" normalizeH="0" baseline="0" dirty="0">
                <a:ln>
                  <a:noFill/>
                </a:ln>
                <a:solidFill>
                  <a:srgbClr val="880000"/>
                </a:solidFill>
                <a:effectLst/>
                <a:latin typeface="Courier New" panose="02070309020205020404" pitchFamily="49" charset="0"/>
              </a:rPr>
              <a:t>// 05</a:t>
            </a:r>
            <a:r>
              <a:rPr kumimoji="0" lang="en-US" altLang="en-US" sz="1300" b="0" i="0" u="none" strike="noStrike" cap="none" normalizeH="0" baseline="0" dirty="0">
                <a:ln>
                  <a:noFill/>
                </a:ln>
                <a:solidFill>
                  <a:srgbClr val="000000"/>
                </a:solidFill>
                <a:effectLst/>
                <a:latin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err="1">
                <a:ln>
                  <a:noFill/>
                </a:ln>
                <a:solidFill>
                  <a:srgbClr val="000000"/>
                </a:solidFill>
                <a:effectLst/>
                <a:latin typeface="Courier New" panose="02070309020205020404" pitchFamily="49" charset="0"/>
              </a:rPr>
              <a:t>imul</a:t>
            </a:r>
            <a:r>
              <a:rPr kumimoji="0" lang="en-US" altLang="en-US" sz="1300" b="0" i="0" u="none" strike="noStrike" cap="none" normalizeH="0" baseline="0" dirty="0">
                <a:ln>
                  <a:noFill/>
                </a:ln>
                <a:solidFill>
                  <a:srgbClr val="000000"/>
                </a:solidFill>
                <a:effectLst/>
                <a:latin typeface="Courier New" panose="02070309020205020404" pitchFamily="49" charset="0"/>
              </a:rPr>
              <a:t> </a:t>
            </a:r>
            <a:r>
              <a:rPr kumimoji="0" lang="en-US" altLang="en-US" sz="1300" b="0" i="1" u="none" strike="noStrike" cap="none" normalizeH="0" baseline="0" dirty="0">
                <a:ln>
                  <a:noFill/>
                </a:ln>
                <a:solidFill>
                  <a:srgbClr val="880000"/>
                </a:solidFill>
                <a:effectLst/>
                <a:latin typeface="Courier New" panose="02070309020205020404" pitchFamily="49" charset="0"/>
              </a:rPr>
              <a:t>// 68</a:t>
            </a:r>
            <a:r>
              <a:rPr kumimoji="0" lang="en-US" altLang="en-US" sz="1300" b="0" i="0" u="none" strike="noStrike" cap="none" normalizeH="0" baseline="0" dirty="0">
                <a:ln>
                  <a:noFill/>
                </a:ln>
                <a:solidFill>
                  <a:srgbClr val="000000"/>
                </a:solidFill>
                <a:effectLst/>
                <a:latin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000000"/>
                </a:solidFill>
                <a:effectLst/>
                <a:latin typeface="Courier New" panose="02070309020205020404" pitchFamily="49" charset="0"/>
              </a:rPr>
              <a:t>istore_0 </a:t>
            </a:r>
            <a:r>
              <a:rPr kumimoji="0" lang="en-US" altLang="en-US" sz="1300" b="0" i="1" u="none" strike="noStrike" cap="none" normalizeH="0" baseline="0" dirty="0">
                <a:ln>
                  <a:noFill/>
                </a:ln>
                <a:solidFill>
                  <a:srgbClr val="880000"/>
                </a:solidFill>
                <a:effectLst/>
                <a:latin typeface="Courier New" panose="02070309020205020404" pitchFamily="49" charset="0"/>
              </a:rPr>
              <a:t>// 3b</a:t>
            </a:r>
            <a:r>
              <a:rPr kumimoji="0" lang="en-US" altLang="en-US" sz="1300" b="0" i="0" u="none" strike="noStrike" cap="none" normalizeH="0" baseline="0" dirty="0">
                <a:ln>
                  <a:noFill/>
                </a:ln>
                <a:solidFill>
                  <a:srgbClr val="000000"/>
                </a:solidFill>
                <a:effectLst/>
                <a:latin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err="1">
                <a:ln>
                  <a:noFill/>
                </a:ln>
                <a:solidFill>
                  <a:srgbClr val="000088"/>
                </a:solidFill>
                <a:effectLst/>
                <a:latin typeface="Courier New" panose="02070309020205020404" pitchFamily="49" charset="0"/>
              </a:rPr>
              <a:t>goto</a:t>
            </a:r>
            <a:r>
              <a:rPr kumimoji="0" lang="en-US" altLang="en-US" sz="1300" b="0" i="0" u="none" strike="noStrike" cap="none" normalizeH="0" baseline="0" dirty="0">
                <a:ln>
                  <a:noFill/>
                </a:ln>
                <a:solidFill>
                  <a:srgbClr val="000000"/>
                </a:solidFill>
                <a:effectLst/>
                <a:latin typeface="Courier New" panose="02070309020205020404" pitchFamily="49" charset="0"/>
              </a:rPr>
              <a:t> </a:t>
            </a:r>
            <a:r>
              <a:rPr kumimoji="0" lang="en-US" altLang="en-US" sz="1300" b="0" i="0" u="none" strike="noStrike" cap="none" normalizeH="0" baseline="0" dirty="0">
                <a:ln>
                  <a:noFill/>
                </a:ln>
                <a:solidFill>
                  <a:srgbClr val="666600"/>
                </a:solidFill>
                <a:effectLst/>
                <a:latin typeface="Courier New" panose="02070309020205020404" pitchFamily="49" charset="0"/>
              </a:rPr>
              <a:t>-</a:t>
            </a:r>
            <a:r>
              <a:rPr kumimoji="0" lang="en-US" altLang="en-US" sz="1300" b="0" i="0" u="none" strike="noStrike" cap="none" normalizeH="0" baseline="0" dirty="0">
                <a:ln>
                  <a:noFill/>
                </a:ln>
                <a:solidFill>
                  <a:srgbClr val="006666"/>
                </a:solidFill>
                <a:effectLst/>
                <a:latin typeface="Courier New" panose="02070309020205020404" pitchFamily="49" charset="0"/>
              </a:rPr>
              <a:t>7</a:t>
            </a:r>
            <a:r>
              <a:rPr kumimoji="0" lang="en-US" altLang="en-US" sz="1300" b="0" i="0" u="none" strike="noStrike" cap="none" normalizeH="0" baseline="0" dirty="0">
                <a:ln>
                  <a:noFill/>
                </a:ln>
                <a:solidFill>
                  <a:srgbClr val="000000"/>
                </a:solidFill>
                <a:effectLst/>
                <a:latin typeface="Courier New" panose="02070309020205020404" pitchFamily="49" charset="0"/>
              </a:rPr>
              <a:t> </a:t>
            </a:r>
            <a:r>
              <a:rPr kumimoji="0" lang="en-US" altLang="en-US" sz="1300" b="0" i="1" u="none" strike="noStrike" cap="none" normalizeH="0" baseline="0" dirty="0">
                <a:ln>
                  <a:noFill/>
                </a:ln>
                <a:solidFill>
                  <a:srgbClr val="880000"/>
                </a:solidFill>
                <a:effectLst/>
                <a:latin typeface="Courier New" panose="02070309020205020404" pitchFamily="49" charset="0"/>
              </a:rPr>
              <a:t>// a7 ff f9</a:t>
            </a:r>
            <a:r>
              <a:rPr kumimoji="0" lang="en-US" altLang="en-US" sz="11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Footer Placeholder 1">
            <a:extLst>
              <a:ext uri="{FF2B5EF4-FFF2-40B4-BE49-F238E27FC236}">
                <a16:creationId xmlns:a16="http://schemas.microsoft.com/office/drawing/2014/main" xmlns="" id="{04C4B60D-4B7C-1BD3-383A-2C30C65412D2}"/>
              </a:ext>
            </a:extLst>
          </p:cNvPr>
          <p:cNvSpPr>
            <a:spLocks noGrp="1"/>
          </p:cNvSpPr>
          <p:nvPr>
            <p:ph type="ftr" sz="quarter" idx="11"/>
          </p:nvPr>
        </p:nvSpPr>
        <p:spPr/>
        <p:txBody>
          <a:bodyPr/>
          <a:lstStyle/>
          <a:p>
            <a:r>
              <a:rPr lang="en-US"/>
              <a:t>Suryanarayana</a:t>
            </a:r>
          </a:p>
        </p:txBody>
      </p:sp>
      <p:sp>
        <p:nvSpPr>
          <p:cNvPr id="6" name="TextBox 5"/>
          <p:cNvSpPr txBox="1"/>
          <p:nvPr/>
        </p:nvSpPr>
        <p:spPr>
          <a:xfrm>
            <a:off x="6771488" y="4387265"/>
            <a:ext cx="1649106" cy="523220"/>
          </a:xfrm>
          <a:prstGeom prst="rect">
            <a:avLst/>
          </a:prstGeom>
          <a:noFill/>
        </p:spPr>
        <p:txBody>
          <a:bodyPr wrap="none" rtlCol="0">
            <a:spAutoFit/>
          </a:bodyPr>
          <a:lstStyle/>
          <a:p>
            <a:r>
              <a:rPr lang="en-US" sz="2800" b="1" dirty="0" smtClean="0"/>
              <a:t>java Hello</a:t>
            </a:r>
            <a:endParaRPr lang="en-US" sz="2800" b="1" dirty="0"/>
          </a:p>
        </p:txBody>
      </p:sp>
      <p:sp>
        <p:nvSpPr>
          <p:cNvPr id="23" name="TextBox 22"/>
          <p:cNvSpPr txBox="1"/>
          <p:nvPr/>
        </p:nvSpPr>
        <p:spPr>
          <a:xfrm>
            <a:off x="1474548" y="3336893"/>
            <a:ext cx="2502801" cy="523220"/>
          </a:xfrm>
          <a:prstGeom prst="rect">
            <a:avLst/>
          </a:prstGeom>
          <a:noFill/>
        </p:spPr>
        <p:txBody>
          <a:bodyPr wrap="none" rtlCol="0">
            <a:spAutoFit/>
          </a:bodyPr>
          <a:lstStyle/>
          <a:p>
            <a:r>
              <a:rPr lang="en-US" sz="2800" b="1" dirty="0" err="1" smtClean="0"/>
              <a:t>javac</a:t>
            </a:r>
            <a:r>
              <a:rPr lang="en-US" sz="2800" b="1" dirty="0" smtClean="0"/>
              <a:t> Hello.java</a:t>
            </a:r>
            <a:endParaRPr lang="en-US" sz="2800" b="1" dirty="0"/>
          </a:p>
        </p:txBody>
      </p:sp>
    </p:spTree>
    <p:extLst>
      <p:ext uri="{BB962C8B-B14F-4D97-AF65-F5344CB8AC3E}">
        <p14:creationId xmlns:p14="http://schemas.microsoft.com/office/powerpoint/2010/main" val="3191779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0CDE3D9-0B21-4D8D-A564-A4E4F4ECF5B0}"/>
              </a:ext>
            </a:extLst>
          </p:cNvPr>
          <p:cNvGrpSpPr/>
          <p:nvPr/>
        </p:nvGrpSpPr>
        <p:grpSpPr>
          <a:xfrm>
            <a:off x="-1" y="-1"/>
            <a:ext cx="12192001" cy="6858001"/>
            <a:chOff x="-1" y="-1"/>
            <a:chExt cx="12192001" cy="6858001"/>
          </a:xfrm>
        </p:grpSpPr>
        <p:sp>
          <p:nvSpPr>
            <p:cNvPr id="8" name="Rectangle 7">
              <a:extLst>
                <a:ext uri="{FF2B5EF4-FFF2-40B4-BE49-F238E27FC236}">
                  <a16:creationId xmlns:a16="http://schemas.microsoft.com/office/drawing/2014/main" xmlns="" id="{5A446737-F293-42BF-8771-D6E55FCE53C3}"/>
                </a:ext>
              </a:extLst>
            </p:cNvPr>
            <p:cNvSpPr/>
            <p:nvPr/>
          </p:nvSpPr>
          <p:spPr>
            <a:xfrm>
              <a:off x="9524478" y="3892216"/>
              <a:ext cx="2667522" cy="29657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4" name="Rectangle 13">
              <a:extLst>
                <a:ext uri="{FF2B5EF4-FFF2-40B4-BE49-F238E27FC236}">
                  <a16:creationId xmlns:a16="http://schemas.microsoft.com/office/drawing/2014/main" xmlns="" id="{F1DE234E-2274-4FC8-931E-288A5A166015}"/>
                </a:ext>
              </a:extLst>
            </p:cNvPr>
            <p:cNvSpPr/>
            <p:nvPr/>
          </p:nvSpPr>
          <p:spPr>
            <a:xfrm>
              <a:off x="4553953" y="0"/>
              <a:ext cx="2442410" cy="519727"/>
            </a:xfrm>
            <a:prstGeom prst="rect">
              <a:avLst/>
            </a:prstGeom>
            <a:gradFill>
              <a:gsLst>
                <a:gs pos="2372">
                  <a:srgbClr val="FF0040"/>
                </a:gs>
                <a:gs pos="37053">
                  <a:srgbClr val="FF0071"/>
                </a:gs>
                <a:gs pos="99150">
                  <a:srgbClr val="FF00A2"/>
                </a:gs>
              </a:gsLst>
            </a:gradFill>
            <a:ln w="12700">
              <a:miter lim="400000"/>
            </a:ln>
            <a:scene3d>
              <a:camera prst="orthographicFront"/>
              <a:lightRig rig="threePt" dir="t"/>
            </a:scene3d>
            <a:sp3d>
              <a:bevelT prst="slope"/>
            </a:sp3d>
          </p:spPr>
          <p:txBody>
            <a:bodyPr lIns="45719" rIns="45719" anchor="ctr"/>
            <a:lstStyle/>
            <a:p>
              <a:pPr algn="ctr"/>
              <a:r>
                <a:rPr lang="en-US" sz="2000" b="1" dirty="0">
                  <a:solidFill>
                    <a:schemeClr val="bg1"/>
                  </a:solidFill>
                  <a:latin typeface="Times New Roman" panose="02020603050405020304" pitchFamily="18" charset="0"/>
                </a:rPr>
                <a:t>Java Features</a:t>
              </a:r>
            </a:p>
          </p:txBody>
        </p:sp>
        <p:sp>
          <p:nvSpPr>
            <p:cNvPr id="15" name="Right Triangle 14">
              <a:extLst>
                <a:ext uri="{FF2B5EF4-FFF2-40B4-BE49-F238E27FC236}">
                  <a16:creationId xmlns:a16="http://schemas.microsoft.com/office/drawing/2014/main" xmlns="" id="{B7C1728C-187B-43E2-B374-3C8C140D2454}"/>
                </a:ext>
              </a:extLst>
            </p:cNvPr>
            <p:cNvSpPr/>
            <p:nvPr/>
          </p:nvSpPr>
          <p:spPr>
            <a:xfrm>
              <a:off x="0" y="6250405"/>
              <a:ext cx="6341165" cy="607594"/>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6" name="Right Triangle 15">
              <a:extLst>
                <a:ext uri="{FF2B5EF4-FFF2-40B4-BE49-F238E27FC236}">
                  <a16:creationId xmlns:a16="http://schemas.microsoft.com/office/drawing/2014/main" xmlns="" id="{90DD2B8C-EB32-44D4-837F-B0B6A860067F}"/>
                </a:ext>
              </a:extLst>
            </p:cNvPr>
            <p:cNvSpPr/>
            <p:nvPr/>
          </p:nvSpPr>
          <p:spPr>
            <a:xfrm flipV="1">
              <a:off x="-1" y="-1"/>
              <a:ext cx="1678406" cy="1530626"/>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7" name="Right Triangle 16">
              <a:extLst>
                <a:ext uri="{FF2B5EF4-FFF2-40B4-BE49-F238E27FC236}">
                  <a16:creationId xmlns:a16="http://schemas.microsoft.com/office/drawing/2014/main" xmlns="" id="{1B7530A7-B5FE-4BE1-9BB7-DEEB156359BD}"/>
                </a:ext>
              </a:extLst>
            </p:cNvPr>
            <p:cNvSpPr/>
            <p:nvPr/>
          </p:nvSpPr>
          <p:spPr>
            <a:xfrm flipH="1">
              <a:off x="6341164" y="6160168"/>
              <a:ext cx="5850835" cy="697832"/>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8" name="Right Triangle 17">
              <a:extLst>
                <a:ext uri="{FF2B5EF4-FFF2-40B4-BE49-F238E27FC236}">
                  <a16:creationId xmlns:a16="http://schemas.microsoft.com/office/drawing/2014/main" xmlns="" id="{8D0E11FF-8E9C-4B36-AA58-488E4C0ADFB3}"/>
                </a:ext>
              </a:extLst>
            </p:cNvPr>
            <p:cNvSpPr/>
            <p:nvPr/>
          </p:nvSpPr>
          <p:spPr>
            <a:xfrm flipH="1" flipV="1">
              <a:off x="10513594" y="0"/>
              <a:ext cx="1678405" cy="1530626"/>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pic>
          <p:nvPicPr>
            <p:cNvPr id="19" name="Picture 18">
              <a:extLst>
                <a:ext uri="{FF2B5EF4-FFF2-40B4-BE49-F238E27FC236}">
                  <a16:creationId xmlns:a16="http://schemas.microsoft.com/office/drawing/2014/main" xmlns="" id="{A601BD45-3342-4071-863C-308B543342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42032" y="48127"/>
              <a:ext cx="663754" cy="726492"/>
            </a:xfrm>
            <a:prstGeom prst="roundRect">
              <a:avLst>
                <a:gd name="adj" fmla="val 2010"/>
              </a:avLst>
            </a:prstGeom>
            <a:ln>
              <a:solidFill>
                <a:srgbClr val="C0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3" name="TextBox 12">
            <a:extLst>
              <a:ext uri="{FF2B5EF4-FFF2-40B4-BE49-F238E27FC236}">
                <a16:creationId xmlns:a16="http://schemas.microsoft.com/office/drawing/2014/main" xmlns="" id="{EF3C4A7F-6F7E-4B20-9703-DDDE730252F9}"/>
              </a:ext>
            </a:extLst>
          </p:cNvPr>
          <p:cNvSpPr txBox="1"/>
          <p:nvPr/>
        </p:nvSpPr>
        <p:spPr>
          <a:xfrm>
            <a:off x="839202" y="1310351"/>
            <a:ext cx="6131858" cy="523220"/>
          </a:xfrm>
          <a:prstGeom prst="rect">
            <a:avLst/>
          </a:prstGeom>
          <a:noFill/>
        </p:spPr>
        <p:txBody>
          <a:bodyPr wrap="square">
            <a:spAutoFit/>
          </a:bodyPr>
          <a:lstStyle/>
          <a:p>
            <a:pPr marL="457200" indent="-457200">
              <a:buFont typeface="Wingdings" panose="05000000000000000000" pitchFamily="2" charset="2"/>
              <a:buChar char="v"/>
            </a:pPr>
            <a:r>
              <a:rPr lang="en-IN" sz="2800" b="1" dirty="0"/>
              <a:t>Robust</a:t>
            </a:r>
          </a:p>
        </p:txBody>
      </p:sp>
      <p:sp>
        <p:nvSpPr>
          <p:cNvPr id="12" name="TextBox 11">
            <a:extLst>
              <a:ext uri="{FF2B5EF4-FFF2-40B4-BE49-F238E27FC236}">
                <a16:creationId xmlns:a16="http://schemas.microsoft.com/office/drawing/2014/main" xmlns="" id="{AA27ECB3-9D23-4694-B8FC-B5A52C39492F}"/>
              </a:ext>
            </a:extLst>
          </p:cNvPr>
          <p:cNvSpPr txBox="1"/>
          <p:nvPr/>
        </p:nvSpPr>
        <p:spPr>
          <a:xfrm>
            <a:off x="1237129" y="1805862"/>
            <a:ext cx="7920318" cy="4093428"/>
          </a:xfrm>
          <a:prstGeom prst="rect">
            <a:avLst/>
          </a:prstGeom>
          <a:noFill/>
        </p:spPr>
        <p:txBody>
          <a:bodyPr wrap="square">
            <a:spAutoFit/>
          </a:bodyPr>
          <a:lstStyle/>
          <a:p>
            <a:pPr algn="just"/>
            <a:r>
              <a:rPr lang="en-US" sz="2000" b="0" i="0" dirty="0">
                <a:solidFill>
                  <a:srgbClr val="202124"/>
                </a:solidFill>
                <a:effectLst/>
                <a:latin typeface="arial" panose="020B0604020202020204" pitchFamily="34" charset="0"/>
              </a:rPr>
              <a:t>Java is robust as it is </a:t>
            </a:r>
            <a:r>
              <a:rPr lang="en-US" sz="2000" b="1" i="0" dirty="0">
                <a:solidFill>
                  <a:srgbClr val="202124"/>
                </a:solidFill>
                <a:effectLst/>
                <a:latin typeface="arial" panose="020B0604020202020204" pitchFamily="34" charset="0"/>
              </a:rPr>
              <a:t>capable of handling run-time errors, supports automatic garbage collection and exception handling, and avoids explicit pointer concept</a:t>
            </a:r>
            <a:r>
              <a:rPr lang="en-US" sz="2000" b="0" i="0" dirty="0">
                <a:solidFill>
                  <a:srgbClr val="202124"/>
                </a:solidFill>
                <a:effectLst/>
                <a:latin typeface="arial" panose="020B0604020202020204" pitchFamily="34" charset="0"/>
              </a:rPr>
              <a:t>. Java has a strong memory management system. It helps in eliminating errors as it checks the code during both compile and runtime.</a:t>
            </a:r>
          </a:p>
          <a:p>
            <a:pPr algn="just"/>
            <a:endParaRPr lang="en-US" sz="2000" dirty="0">
              <a:solidFill>
                <a:srgbClr val="202124"/>
              </a:solidFill>
              <a:latin typeface="arial" panose="020B0604020202020204" pitchFamily="34" charset="0"/>
            </a:endParaRPr>
          </a:p>
          <a:p>
            <a:pPr algn="just"/>
            <a:r>
              <a:rPr lang="en-US" sz="2000" dirty="0">
                <a:solidFill>
                  <a:srgbClr val="202124"/>
                </a:solidFill>
                <a:latin typeface="arial" panose="020B0604020202020204" pitchFamily="34" charset="0"/>
              </a:rPr>
              <a:t>Unlike other programming languages in Java if any runtime error/exception arises due to because wrong input given and improper logic executes instead of terminating the program or hang-up the program, java gives detailed exception message stating reason why the program has been encountered exception and takes programmer help using try/catch block, handles exception and prevents from abnormal termination of program execution.</a:t>
            </a:r>
            <a:endParaRPr lang="en-IN" sz="2000" dirty="0"/>
          </a:p>
        </p:txBody>
      </p:sp>
      <p:sp>
        <p:nvSpPr>
          <p:cNvPr id="2" name="Footer Placeholder 1">
            <a:extLst>
              <a:ext uri="{FF2B5EF4-FFF2-40B4-BE49-F238E27FC236}">
                <a16:creationId xmlns:a16="http://schemas.microsoft.com/office/drawing/2014/main" xmlns="" id="{C7C46077-8B2F-8414-76A3-AA7622A1C1B9}"/>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2549420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0CDE3D9-0B21-4D8D-A564-A4E4F4ECF5B0}"/>
              </a:ext>
            </a:extLst>
          </p:cNvPr>
          <p:cNvGrpSpPr/>
          <p:nvPr/>
        </p:nvGrpSpPr>
        <p:grpSpPr>
          <a:xfrm>
            <a:off x="-1" y="-1"/>
            <a:ext cx="12192001" cy="6858001"/>
            <a:chOff x="-1" y="-1"/>
            <a:chExt cx="12192001" cy="6858001"/>
          </a:xfrm>
        </p:grpSpPr>
        <p:sp>
          <p:nvSpPr>
            <p:cNvPr id="8" name="Rectangle 7">
              <a:extLst>
                <a:ext uri="{FF2B5EF4-FFF2-40B4-BE49-F238E27FC236}">
                  <a16:creationId xmlns:a16="http://schemas.microsoft.com/office/drawing/2014/main" xmlns="" id="{5A446737-F293-42BF-8771-D6E55FCE53C3}"/>
                </a:ext>
              </a:extLst>
            </p:cNvPr>
            <p:cNvSpPr/>
            <p:nvPr/>
          </p:nvSpPr>
          <p:spPr>
            <a:xfrm>
              <a:off x="9524478" y="3892216"/>
              <a:ext cx="2667522" cy="29657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4" name="Rectangle 13">
              <a:extLst>
                <a:ext uri="{FF2B5EF4-FFF2-40B4-BE49-F238E27FC236}">
                  <a16:creationId xmlns:a16="http://schemas.microsoft.com/office/drawing/2014/main" xmlns="" id="{F1DE234E-2274-4FC8-931E-288A5A166015}"/>
                </a:ext>
              </a:extLst>
            </p:cNvPr>
            <p:cNvSpPr/>
            <p:nvPr/>
          </p:nvSpPr>
          <p:spPr>
            <a:xfrm>
              <a:off x="4553953" y="0"/>
              <a:ext cx="2442410" cy="519727"/>
            </a:xfrm>
            <a:prstGeom prst="rect">
              <a:avLst/>
            </a:prstGeom>
            <a:gradFill>
              <a:gsLst>
                <a:gs pos="2372">
                  <a:srgbClr val="FF0040"/>
                </a:gs>
                <a:gs pos="37053">
                  <a:srgbClr val="FF0071"/>
                </a:gs>
                <a:gs pos="99150">
                  <a:srgbClr val="FF00A2"/>
                </a:gs>
              </a:gsLst>
            </a:gradFill>
            <a:ln w="12700">
              <a:miter lim="400000"/>
            </a:ln>
            <a:scene3d>
              <a:camera prst="orthographicFront"/>
              <a:lightRig rig="threePt" dir="t"/>
            </a:scene3d>
            <a:sp3d>
              <a:bevelT prst="slope"/>
            </a:sp3d>
          </p:spPr>
          <p:txBody>
            <a:bodyPr lIns="45719" rIns="45719" anchor="ctr"/>
            <a:lstStyle/>
            <a:p>
              <a:pPr algn="ctr"/>
              <a:r>
                <a:rPr lang="en-US" sz="2000" b="1" dirty="0">
                  <a:solidFill>
                    <a:schemeClr val="bg1"/>
                  </a:solidFill>
                  <a:latin typeface="Times New Roman" panose="02020603050405020304" pitchFamily="18" charset="0"/>
                </a:rPr>
                <a:t>Java Features</a:t>
              </a:r>
            </a:p>
          </p:txBody>
        </p:sp>
        <p:sp>
          <p:nvSpPr>
            <p:cNvPr id="15" name="Right Triangle 14">
              <a:extLst>
                <a:ext uri="{FF2B5EF4-FFF2-40B4-BE49-F238E27FC236}">
                  <a16:creationId xmlns:a16="http://schemas.microsoft.com/office/drawing/2014/main" xmlns="" id="{B7C1728C-187B-43E2-B374-3C8C140D2454}"/>
                </a:ext>
              </a:extLst>
            </p:cNvPr>
            <p:cNvSpPr/>
            <p:nvPr/>
          </p:nvSpPr>
          <p:spPr>
            <a:xfrm>
              <a:off x="0" y="6250405"/>
              <a:ext cx="6341165" cy="607594"/>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6" name="Right Triangle 15">
              <a:extLst>
                <a:ext uri="{FF2B5EF4-FFF2-40B4-BE49-F238E27FC236}">
                  <a16:creationId xmlns:a16="http://schemas.microsoft.com/office/drawing/2014/main" xmlns="" id="{90DD2B8C-EB32-44D4-837F-B0B6A860067F}"/>
                </a:ext>
              </a:extLst>
            </p:cNvPr>
            <p:cNvSpPr/>
            <p:nvPr/>
          </p:nvSpPr>
          <p:spPr>
            <a:xfrm flipV="1">
              <a:off x="-1" y="-1"/>
              <a:ext cx="1678406" cy="1530626"/>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7" name="Right Triangle 16">
              <a:extLst>
                <a:ext uri="{FF2B5EF4-FFF2-40B4-BE49-F238E27FC236}">
                  <a16:creationId xmlns:a16="http://schemas.microsoft.com/office/drawing/2014/main" xmlns="" id="{1B7530A7-B5FE-4BE1-9BB7-DEEB156359BD}"/>
                </a:ext>
              </a:extLst>
            </p:cNvPr>
            <p:cNvSpPr/>
            <p:nvPr/>
          </p:nvSpPr>
          <p:spPr>
            <a:xfrm flipH="1">
              <a:off x="6341164" y="6160168"/>
              <a:ext cx="5850835" cy="697832"/>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8" name="Right Triangle 17">
              <a:extLst>
                <a:ext uri="{FF2B5EF4-FFF2-40B4-BE49-F238E27FC236}">
                  <a16:creationId xmlns:a16="http://schemas.microsoft.com/office/drawing/2014/main" xmlns="" id="{8D0E11FF-8E9C-4B36-AA58-488E4C0ADFB3}"/>
                </a:ext>
              </a:extLst>
            </p:cNvPr>
            <p:cNvSpPr/>
            <p:nvPr/>
          </p:nvSpPr>
          <p:spPr>
            <a:xfrm flipH="1" flipV="1">
              <a:off x="10513594" y="0"/>
              <a:ext cx="1678405" cy="1530626"/>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pic>
          <p:nvPicPr>
            <p:cNvPr id="19" name="Picture 18">
              <a:extLst>
                <a:ext uri="{FF2B5EF4-FFF2-40B4-BE49-F238E27FC236}">
                  <a16:creationId xmlns:a16="http://schemas.microsoft.com/office/drawing/2014/main" xmlns="" id="{A601BD45-3342-4071-863C-308B543342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42032" y="48127"/>
              <a:ext cx="663754" cy="726492"/>
            </a:xfrm>
            <a:prstGeom prst="roundRect">
              <a:avLst>
                <a:gd name="adj" fmla="val 2010"/>
              </a:avLst>
            </a:prstGeom>
            <a:ln>
              <a:solidFill>
                <a:srgbClr val="C0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2" name="TextBox 11">
            <a:extLst>
              <a:ext uri="{FF2B5EF4-FFF2-40B4-BE49-F238E27FC236}">
                <a16:creationId xmlns:a16="http://schemas.microsoft.com/office/drawing/2014/main" xmlns="" id="{5C189446-8E70-4EAF-AD87-537DB30EE2D1}"/>
              </a:ext>
            </a:extLst>
          </p:cNvPr>
          <p:cNvSpPr txBox="1"/>
          <p:nvPr/>
        </p:nvSpPr>
        <p:spPr>
          <a:xfrm>
            <a:off x="864505" y="1235359"/>
            <a:ext cx="6131858" cy="523220"/>
          </a:xfrm>
          <a:prstGeom prst="rect">
            <a:avLst/>
          </a:prstGeom>
          <a:noFill/>
        </p:spPr>
        <p:txBody>
          <a:bodyPr wrap="square">
            <a:spAutoFit/>
          </a:bodyPr>
          <a:lstStyle/>
          <a:p>
            <a:pPr marL="457200" indent="-457200">
              <a:buFont typeface="Wingdings" panose="05000000000000000000" pitchFamily="2" charset="2"/>
              <a:buChar char="v"/>
            </a:pPr>
            <a:r>
              <a:rPr lang="en-IN" sz="2800" b="1" dirty="0"/>
              <a:t>Multithreaded</a:t>
            </a:r>
          </a:p>
        </p:txBody>
      </p:sp>
      <p:sp>
        <p:nvSpPr>
          <p:cNvPr id="13" name="TextBox 12">
            <a:extLst>
              <a:ext uri="{FF2B5EF4-FFF2-40B4-BE49-F238E27FC236}">
                <a16:creationId xmlns:a16="http://schemas.microsoft.com/office/drawing/2014/main" xmlns="" id="{D6C9FE1C-8E47-458C-B760-643623ECB90E}"/>
              </a:ext>
            </a:extLst>
          </p:cNvPr>
          <p:cNvSpPr txBox="1"/>
          <p:nvPr/>
        </p:nvSpPr>
        <p:spPr>
          <a:xfrm>
            <a:off x="1264023" y="1755087"/>
            <a:ext cx="7893424" cy="2246769"/>
          </a:xfrm>
          <a:prstGeom prst="rect">
            <a:avLst/>
          </a:prstGeom>
          <a:noFill/>
        </p:spPr>
        <p:txBody>
          <a:bodyPr wrap="square">
            <a:spAutoFit/>
          </a:bodyPr>
          <a:lstStyle/>
          <a:p>
            <a:pPr algn="just"/>
            <a:r>
              <a:rPr lang="en-US" sz="2000" b="0" i="0" u="none" strike="noStrike" baseline="0" dirty="0">
                <a:latin typeface="Arial" panose="020B0604020202020204" pitchFamily="34" charset="0"/>
                <a:cs typeface="Arial" panose="020B0604020202020204" pitchFamily="34" charset="0"/>
              </a:rPr>
              <a:t>Multithreading features allows us to run more than one method concurrently. If this feature doesn't exist methods can run sequential in the program. That means more than one method cannot run at a time, such as one method calculate employee salary, one method can print emp salary. If multithreading concept doesn't exist we need to calculate all these employee’s salary before printing employee pay slips. This slows down the emp payroll processing.</a:t>
            </a:r>
            <a:endParaRPr lang="en-IN" sz="2000" dirty="0">
              <a:latin typeface="Arial" panose="020B0604020202020204" pitchFamily="34" charset="0"/>
              <a:cs typeface="Arial" panose="020B0604020202020204" pitchFamily="34" charset="0"/>
            </a:endParaRPr>
          </a:p>
        </p:txBody>
      </p:sp>
      <p:sp>
        <p:nvSpPr>
          <p:cNvPr id="2" name="Footer Placeholder 1">
            <a:extLst>
              <a:ext uri="{FF2B5EF4-FFF2-40B4-BE49-F238E27FC236}">
                <a16:creationId xmlns:a16="http://schemas.microsoft.com/office/drawing/2014/main" xmlns="" id="{8A054A82-EC77-B905-FC35-20682D62473E}"/>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8025892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30" name="Picture 6" descr="Explain EJB Architecture with a neat diagram.">
            <a:extLst>
              <a:ext uri="{FF2B5EF4-FFF2-40B4-BE49-F238E27FC236}">
                <a16:creationId xmlns:a16="http://schemas.microsoft.com/office/drawing/2014/main" xmlns="" id="{C5C8E759-07B7-0840-ABE6-D407E87138B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478" r="3896"/>
          <a:stretch/>
        </p:blipFill>
        <p:spPr bwMode="auto">
          <a:xfrm>
            <a:off x="5207447" y="2720545"/>
            <a:ext cx="4227117" cy="2030378"/>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xmlns="" id="{A0CDE3D9-0B21-4D8D-A564-A4E4F4ECF5B0}"/>
              </a:ext>
            </a:extLst>
          </p:cNvPr>
          <p:cNvGrpSpPr/>
          <p:nvPr/>
        </p:nvGrpSpPr>
        <p:grpSpPr>
          <a:xfrm>
            <a:off x="-1" y="-1"/>
            <a:ext cx="12192001" cy="6858001"/>
            <a:chOff x="-1" y="-1"/>
            <a:chExt cx="12192001" cy="6858001"/>
          </a:xfrm>
        </p:grpSpPr>
        <p:sp>
          <p:nvSpPr>
            <p:cNvPr id="8" name="Rectangle 7">
              <a:extLst>
                <a:ext uri="{FF2B5EF4-FFF2-40B4-BE49-F238E27FC236}">
                  <a16:creationId xmlns:a16="http://schemas.microsoft.com/office/drawing/2014/main" xmlns="" id="{5A446737-F293-42BF-8771-D6E55FCE53C3}"/>
                </a:ext>
              </a:extLst>
            </p:cNvPr>
            <p:cNvSpPr/>
            <p:nvPr/>
          </p:nvSpPr>
          <p:spPr>
            <a:xfrm>
              <a:off x="9524478" y="3892216"/>
              <a:ext cx="2667522" cy="29657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4" name="Rectangle 13">
              <a:extLst>
                <a:ext uri="{FF2B5EF4-FFF2-40B4-BE49-F238E27FC236}">
                  <a16:creationId xmlns:a16="http://schemas.microsoft.com/office/drawing/2014/main" xmlns="" id="{F1DE234E-2274-4FC8-931E-288A5A166015}"/>
                </a:ext>
              </a:extLst>
            </p:cNvPr>
            <p:cNvSpPr/>
            <p:nvPr/>
          </p:nvSpPr>
          <p:spPr>
            <a:xfrm>
              <a:off x="4553953" y="0"/>
              <a:ext cx="2442410" cy="519727"/>
            </a:xfrm>
            <a:prstGeom prst="rect">
              <a:avLst/>
            </a:prstGeom>
            <a:gradFill>
              <a:gsLst>
                <a:gs pos="2372">
                  <a:srgbClr val="FF0040"/>
                </a:gs>
                <a:gs pos="37053">
                  <a:srgbClr val="FF0071"/>
                </a:gs>
                <a:gs pos="99150">
                  <a:srgbClr val="FF00A2"/>
                </a:gs>
              </a:gsLst>
            </a:gradFill>
            <a:ln w="12700">
              <a:miter lim="400000"/>
            </a:ln>
            <a:scene3d>
              <a:camera prst="orthographicFront"/>
              <a:lightRig rig="threePt" dir="t"/>
            </a:scene3d>
            <a:sp3d>
              <a:bevelT prst="slope"/>
            </a:sp3d>
          </p:spPr>
          <p:txBody>
            <a:bodyPr lIns="45719" rIns="45719" anchor="ctr"/>
            <a:lstStyle/>
            <a:p>
              <a:pPr algn="ctr"/>
              <a:r>
                <a:rPr lang="en-US" sz="2000" b="1" dirty="0">
                  <a:solidFill>
                    <a:schemeClr val="bg1"/>
                  </a:solidFill>
                  <a:latin typeface="Times New Roman" panose="02020603050405020304" pitchFamily="18" charset="0"/>
                </a:rPr>
                <a:t>Java Features</a:t>
              </a:r>
            </a:p>
          </p:txBody>
        </p:sp>
        <p:sp>
          <p:nvSpPr>
            <p:cNvPr id="15" name="Right Triangle 14">
              <a:extLst>
                <a:ext uri="{FF2B5EF4-FFF2-40B4-BE49-F238E27FC236}">
                  <a16:creationId xmlns:a16="http://schemas.microsoft.com/office/drawing/2014/main" xmlns="" id="{B7C1728C-187B-43E2-B374-3C8C140D2454}"/>
                </a:ext>
              </a:extLst>
            </p:cNvPr>
            <p:cNvSpPr/>
            <p:nvPr/>
          </p:nvSpPr>
          <p:spPr>
            <a:xfrm>
              <a:off x="0" y="6250405"/>
              <a:ext cx="6341165" cy="607594"/>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6" name="Right Triangle 15">
              <a:extLst>
                <a:ext uri="{FF2B5EF4-FFF2-40B4-BE49-F238E27FC236}">
                  <a16:creationId xmlns:a16="http://schemas.microsoft.com/office/drawing/2014/main" xmlns="" id="{90DD2B8C-EB32-44D4-837F-B0B6A860067F}"/>
                </a:ext>
              </a:extLst>
            </p:cNvPr>
            <p:cNvSpPr/>
            <p:nvPr/>
          </p:nvSpPr>
          <p:spPr>
            <a:xfrm flipV="1">
              <a:off x="-1" y="-1"/>
              <a:ext cx="1678406" cy="1530626"/>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7" name="Right Triangle 16">
              <a:extLst>
                <a:ext uri="{FF2B5EF4-FFF2-40B4-BE49-F238E27FC236}">
                  <a16:creationId xmlns:a16="http://schemas.microsoft.com/office/drawing/2014/main" xmlns="" id="{1B7530A7-B5FE-4BE1-9BB7-DEEB156359BD}"/>
                </a:ext>
              </a:extLst>
            </p:cNvPr>
            <p:cNvSpPr/>
            <p:nvPr/>
          </p:nvSpPr>
          <p:spPr>
            <a:xfrm flipH="1">
              <a:off x="6341164" y="6160168"/>
              <a:ext cx="5850835" cy="697832"/>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8" name="Right Triangle 17">
              <a:extLst>
                <a:ext uri="{FF2B5EF4-FFF2-40B4-BE49-F238E27FC236}">
                  <a16:creationId xmlns:a16="http://schemas.microsoft.com/office/drawing/2014/main" xmlns="" id="{8D0E11FF-8E9C-4B36-AA58-488E4C0ADFB3}"/>
                </a:ext>
              </a:extLst>
            </p:cNvPr>
            <p:cNvSpPr/>
            <p:nvPr/>
          </p:nvSpPr>
          <p:spPr>
            <a:xfrm flipH="1" flipV="1">
              <a:off x="10513594" y="0"/>
              <a:ext cx="1678405" cy="1530626"/>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pic>
          <p:nvPicPr>
            <p:cNvPr id="19" name="Picture 18">
              <a:extLst>
                <a:ext uri="{FF2B5EF4-FFF2-40B4-BE49-F238E27FC236}">
                  <a16:creationId xmlns:a16="http://schemas.microsoft.com/office/drawing/2014/main" xmlns="" id="{A601BD45-3342-4071-863C-308B543342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42032" y="48127"/>
              <a:ext cx="663754" cy="726492"/>
            </a:xfrm>
            <a:prstGeom prst="roundRect">
              <a:avLst>
                <a:gd name="adj" fmla="val 2010"/>
              </a:avLst>
            </a:prstGeom>
            <a:ln>
              <a:solidFill>
                <a:srgbClr val="C0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3" name="TextBox 12">
            <a:extLst>
              <a:ext uri="{FF2B5EF4-FFF2-40B4-BE49-F238E27FC236}">
                <a16:creationId xmlns:a16="http://schemas.microsoft.com/office/drawing/2014/main" xmlns="" id="{8428385F-FD75-4DC6-929D-2C782AF81A86}"/>
              </a:ext>
            </a:extLst>
          </p:cNvPr>
          <p:cNvSpPr txBox="1"/>
          <p:nvPr/>
        </p:nvSpPr>
        <p:spPr>
          <a:xfrm>
            <a:off x="981400" y="602051"/>
            <a:ext cx="6131858" cy="523220"/>
          </a:xfrm>
          <a:prstGeom prst="rect">
            <a:avLst/>
          </a:prstGeom>
          <a:noFill/>
        </p:spPr>
        <p:txBody>
          <a:bodyPr wrap="square">
            <a:spAutoFit/>
          </a:bodyPr>
          <a:lstStyle/>
          <a:p>
            <a:pPr marL="457200" indent="-457200">
              <a:buFont typeface="Wingdings" panose="05000000000000000000" pitchFamily="2" charset="2"/>
              <a:buChar char="v"/>
            </a:pPr>
            <a:r>
              <a:rPr lang="en-IN" sz="2800" b="1" dirty="0"/>
              <a:t>Distributed</a:t>
            </a:r>
          </a:p>
        </p:txBody>
      </p:sp>
      <p:sp>
        <p:nvSpPr>
          <p:cNvPr id="12" name="TextBox 11">
            <a:extLst>
              <a:ext uri="{FF2B5EF4-FFF2-40B4-BE49-F238E27FC236}">
                <a16:creationId xmlns:a16="http://schemas.microsoft.com/office/drawing/2014/main" xmlns="" id="{91A92986-2860-4E9B-ABB5-22E1B2F19190}"/>
              </a:ext>
            </a:extLst>
          </p:cNvPr>
          <p:cNvSpPr txBox="1"/>
          <p:nvPr/>
        </p:nvSpPr>
        <p:spPr>
          <a:xfrm>
            <a:off x="446881" y="1087408"/>
            <a:ext cx="5894283" cy="2462213"/>
          </a:xfrm>
          <a:prstGeom prst="rect">
            <a:avLst/>
          </a:prstGeom>
          <a:noFill/>
        </p:spPr>
        <p:txBody>
          <a:bodyPr wrap="square">
            <a:spAutoFit/>
          </a:bodyPr>
          <a:lstStyle/>
          <a:p>
            <a:pPr algn="just"/>
            <a:r>
              <a:rPr lang="en-US" sz="1400" b="0" i="0" u="none" strike="noStrike" baseline="0" dirty="0">
                <a:latin typeface="Helvetica" panose="020B0604020202020204" pitchFamily="34" charset="0"/>
              </a:rPr>
              <a:t>Because of java programming language supports distributed programming we can invoke java methods from remote systems which are very much useful in business applications. Business applications such as online ticket booking. In the online ticket booking the booking database exist in one machine, the bank &amp; credit card applications runs on different machines. Then how these applications communicate from one machine to another machine, one machine implemented method accessed from another machine is because of distributed programming support. Internally distributed programming feature uses Socket programming. To develop distributed applications we will use RMI, CORBA, EJB, SOAP / RESTful Web Services and Microservices.</a:t>
            </a:r>
            <a:endParaRPr lang="en-IN" sz="1400" dirty="0"/>
          </a:p>
        </p:txBody>
      </p:sp>
      <p:pic>
        <p:nvPicPr>
          <p:cNvPr id="1028" name="Picture 4" descr="What is RMI Architecture? - Computer Notes">
            <a:extLst>
              <a:ext uri="{FF2B5EF4-FFF2-40B4-BE49-F238E27FC236}">
                <a16:creationId xmlns:a16="http://schemas.microsoft.com/office/drawing/2014/main" xmlns="" id="{327AEBCF-0B28-FA9A-5EA9-6186D400F3B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19604" b="21255"/>
          <a:stretch/>
        </p:blipFill>
        <p:spPr bwMode="auto">
          <a:xfrm>
            <a:off x="7113258" y="401841"/>
            <a:ext cx="3831809" cy="203037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icroservices Architecture. In this article, we're going to learn… | by  Mehmet Ozkaya | Design Microservices Architecture with Patterns &amp;  Principles | Medium">
            <a:extLst>
              <a:ext uri="{FF2B5EF4-FFF2-40B4-BE49-F238E27FC236}">
                <a16:creationId xmlns:a16="http://schemas.microsoft.com/office/drawing/2014/main" xmlns="" id="{AAB79341-1CEA-F8D3-59E3-1339910F01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9347" y="3611064"/>
            <a:ext cx="3114675" cy="146685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The CORBA Architecture CORBA. The Common Object Request Broker... |  Download Scientific Diagram">
            <a:extLst>
              <a:ext uri="{FF2B5EF4-FFF2-40B4-BE49-F238E27FC236}">
                <a16:creationId xmlns:a16="http://schemas.microsoft.com/office/drawing/2014/main" xmlns="" id="{A9F499D9-52B4-E9CA-8EB1-859F27CCA79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25125" y="5116429"/>
            <a:ext cx="3819525" cy="120015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rchitecture of Web Services - javatpoint">
            <a:extLst>
              <a:ext uri="{FF2B5EF4-FFF2-40B4-BE49-F238E27FC236}">
                <a16:creationId xmlns:a16="http://schemas.microsoft.com/office/drawing/2014/main" xmlns="" id="{486ACDAE-B555-0406-4BC2-BD7400E59D4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60314" y="4637030"/>
            <a:ext cx="3172682" cy="1903609"/>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xmlns="" id="{3A2466BD-2469-785B-A6FE-3C786525A56B}"/>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1843015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0CDE3D9-0B21-4D8D-A564-A4E4F4ECF5B0}"/>
              </a:ext>
            </a:extLst>
          </p:cNvPr>
          <p:cNvGrpSpPr/>
          <p:nvPr/>
        </p:nvGrpSpPr>
        <p:grpSpPr>
          <a:xfrm>
            <a:off x="-1" y="-1"/>
            <a:ext cx="12192001" cy="6858001"/>
            <a:chOff x="-1" y="-1"/>
            <a:chExt cx="12192001" cy="6858001"/>
          </a:xfrm>
        </p:grpSpPr>
        <p:sp>
          <p:nvSpPr>
            <p:cNvPr id="8" name="Rectangle 7">
              <a:extLst>
                <a:ext uri="{FF2B5EF4-FFF2-40B4-BE49-F238E27FC236}">
                  <a16:creationId xmlns:a16="http://schemas.microsoft.com/office/drawing/2014/main" xmlns="" id="{5A446737-F293-42BF-8771-D6E55FCE53C3}"/>
                </a:ext>
              </a:extLst>
            </p:cNvPr>
            <p:cNvSpPr/>
            <p:nvPr/>
          </p:nvSpPr>
          <p:spPr>
            <a:xfrm>
              <a:off x="9524478" y="3892216"/>
              <a:ext cx="2667522" cy="29657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4" name="Rectangle 13">
              <a:extLst>
                <a:ext uri="{FF2B5EF4-FFF2-40B4-BE49-F238E27FC236}">
                  <a16:creationId xmlns:a16="http://schemas.microsoft.com/office/drawing/2014/main" xmlns="" id="{F1DE234E-2274-4FC8-931E-288A5A166015}"/>
                </a:ext>
              </a:extLst>
            </p:cNvPr>
            <p:cNvSpPr/>
            <p:nvPr/>
          </p:nvSpPr>
          <p:spPr>
            <a:xfrm>
              <a:off x="4553953" y="0"/>
              <a:ext cx="2442410" cy="519727"/>
            </a:xfrm>
            <a:prstGeom prst="rect">
              <a:avLst/>
            </a:prstGeom>
            <a:gradFill>
              <a:gsLst>
                <a:gs pos="2372">
                  <a:srgbClr val="FF0040"/>
                </a:gs>
                <a:gs pos="37053">
                  <a:srgbClr val="FF0071"/>
                </a:gs>
                <a:gs pos="99150">
                  <a:srgbClr val="FF00A2"/>
                </a:gs>
              </a:gsLst>
            </a:gradFill>
            <a:ln w="12700">
              <a:miter lim="400000"/>
            </a:ln>
            <a:scene3d>
              <a:camera prst="orthographicFront"/>
              <a:lightRig rig="threePt" dir="t"/>
            </a:scene3d>
            <a:sp3d>
              <a:bevelT prst="slope"/>
            </a:sp3d>
          </p:spPr>
          <p:txBody>
            <a:bodyPr lIns="45719" rIns="45719" anchor="ctr"/>
            <a:lstStyle/>
            <a:p>
              <a:pPr algn="ctr"/>
              <a:r>
                <a:rPr lang="en-US" sz="2000" b="1" dirty="0">
                  <a:solidFill>
                    <a:schemeClr val="bg1"/>
                  </a:solidFill>
                  <a:latin typeface="Times New Roman" panose="02020603050405020304" pitchFamily="18" charset="0"/>
                </a:rPr>
                <a:t>Java Features</a:t>
              </a:r>
            </a:p>
          </p:txBody>
        </p:sp>
        <p:sp>
          <p:nvSpPr>
            <p:cNvPr id="15" name="Right Triangle 14">
              <a:extLst>
                <a:ext uri="{FF2B5EF4-FFF2-40B4-BE49-F238E27FC236}">
                  <a16:creationId xmlns:a16="http://schemas.microsoft.com/office/drawing/2014/main" xmlns="" id="{B7C1728C-187B-43E2-B374-3C8C140D2454}"/>
                </a:ext>
              </a:extLst>
            </p:cNvPr>
            <p:cNvSpPr/>
            <p:nvPr/>
          </p:nvSpPr>
          <p:spPr>
            <a:xfrm>
              <a:off x="0" y="6250405"/>
              <a:ext cx="6341165" cy="607594"/>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6" name="Right Triangle 15">
              <a:extLst>
                <a:ext uri="{FF2B5EF4-FFF2-40B4-BE49-F238E27FC236}">
                  <a16:creationId xmlns:a16="http://schemas.microsoft.com/office/drawing/2014/main" xmlns="" id="{90DD2B8C-EB32-44D4-837F-B0B6A860067F}"/>
                </a:ext>
              </a:extLst>
            </p:cNvPr>
            <p:cNvSpPr/>
            <p:nvPr/>
          </p:nvSpPr>
          <p:spPr>
            <a:xfrm flipV="1">
              <a:off x="-1" y="-1"/>
              <a:ext cx="1678406" cy="1530626"/>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7" name="Right Triangle 16">
              <a:extLst>
                <a:ext uri="{FF2B5EF4-FFF2-40B4-BE49-F238E27FC236}">
                  <a16:creationId xmlns:a16="http://schemas.microsoft.com/office/drawing/2014/main" xmlns="" id="{1B7530A7-B5FE-4BE1-9BB7-DEEB156359BD}"/>
                </a:ext>
              </a:extLst>
            </p:cNvPr>
            <p:cNvSpPr/>
            <p:nvPr/>
          </p:nvSpPr>
          <p:spPr>
            <a:xfrm flipH="1">
              <a:off x="6341164" y="6160168"/>
              <a:ext cx="5850835" cy="697832"/>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8" name="Right Triangle 17">
              <a:extLst>
                <a:ext uri="{FF2B5EF4-FFF2-40B4-BE49-F238E27FC236}">
                  <a16:creationId xmlns:a16="http://schemas.microsoft.com/office/drawing/2014/main" xmlns="" id="{8D0E11FF-8E9C-4B36-AA58-488E4C0ADFB3}"/>
                </a:ext>
              </a:extLst>
            </p:cNvPr>
            <p:cNvSpPr/>
            <p:nvPr/>
          </p:nvSpPr>
          <p:spPr>
            <a:xfrm flipH="1" flipV="1">
              <a:off x="10513594" y="0"/>
              <a:ext cx="1678405" cy="1530626"/>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pic>
          <p:nvPicPr>
            <p:cNvPr id="19" name="Picture 18">
              <a:extLst>
                <a:ext uri="{FF2B5EF4-FFF2-40B4-BE49-F238E27FC236}">
                  <a16:creationId xmlns:a16="http://schemas.microsoft.com/office/drawing/2014/main" xmlns="" id="{A601BD45-3342-4071-863C-308B543342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42032" y="48127"/>
              <a:ext cx="663754" cy="726492"/>
            </a:xfrm>
            <a:prstGeom prst="roundRect">
              <a:avLst>
                <a:gd name="adj" fmla="val 2010"/>
              </a:avLst>
            </a:prstGeom>
            <a:ln>
              <a:solidFill>
                <a:srgbClr val="C0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2" name="TextBox 11">
            <a:extLst>
              <a:ext uri="{FF2B5EF4-FFF2-40B4-BE49-F238E27FC236}">
                <a16:creationId xmlns:a16="http://schemas.microsoft.com/office/drawing/2014/main" xmlns="" id="{EEF5EDE3-3B2B-4C11-AD05-C56D7DF963BE}"/>
              </a:ext>
            </a:extLst>
          </p:cNvPr>
          <p:cNvSpPr txBox="1"/>
          <p:nvPr/>
        </p:nvSpPr>
        <p:spPr>
          <a:xfrm>
            <a:off x="1008529" y="769054"/>
            <a:ext cx="6131858" cy="523220"/>
          </a:xfrm>
          <a:prstGeom prst="rect">
            <a:avLst/>
          </a:prstGeom>
          <a:noFill/>
        </p:spPr>
        <p:txBody>
          <a:bodyPr wrap="square">
            <a:spAutoFit/>
          </a:bodyPr>
          <a:lstStyle/>
          <a:p>
            <a:pPr marL="457200" indent="-457200">
              <a:buFont typeface="Wingdings" panose="05000000000000000000" pitchFamily="2" charset="2"/>
              <a:buChar char="v"/>
            </a:pPr>
            <a:r>
              <a:rPr lang="en-IN" sz="2800" b="1" dirty="0"/>
              <a:t>Architecture Neutral</a:t>
            </a:r>
          </a:p>
        </p:txBody>
      </p:sp>
      <p:sp>
        <p:nvSpPr>
          <p:cNvPr id="13" name="TextBox 12">
            <a:extLst>
              <a:ext uri="{FF2B5EF4-FFF2-40B4-BE49-F238E27FC236}">
                <a16:creationId xmlns:a16="http://schemas.microsoft.com/office/drawing/2014/main" xmlns="" id="{80F8BB51-A530-4AEA-BE3E-B5DE48BD2961}"/>
              </a:ext>
            </a:extLst>
          </p:cNvPr>
          <p:cNvSpPr txBox="1"/>
          <p:nvPr/>
        </p:nvSpPr>
        <p:spPr>
          <a:xfrm>
            <a:off x="1128713" y="1382511"/>
            <a:ext cx="10858500" cy="1323439"/>
          </a:xfrm>
          <a:prstGeom prst="rect">
            <a:avLst/>
          </a:prstGeom>
          <a:noFill/>
        </p:spPr>
        <p:txBody>
          <a:bodyPr wrap="square">
            <a:spAutoFit/>
          </a:bodyPr>
          <a:lstStyle/>
          <a:p>
            <a:pPr algn="just"/>
            <a:r>
              <a:rPr lang="en-US" sz="2000" b="0" i="0" u="none" strike="noStrike" baseline="0" dirty="0">
                <a:solidFill>
                  <a:srgbClr val="242729"/>
                </a:solidFill>
                <a:latin typeface="Arial" panose="020B0604020202020204" pitchFamily="34" charset="0"/>
                <a:cs typeface="Arial" panose="020B0604020202020204" pitchFamily="34" charset="0"/>
              </a:rPr>
              <a:t>With architecture-neutral, the book means that the byte code is independent of the underlying platform that the program is running on. For example, it doesn't matter if your operating system is 32-bit or 64-bit, the Java byte code is exactly the same. You don't have to recompile your Java source code for 32-bit or 64-bit. (So, "architecture" refers to the CPU architecture).</a:t>
            </a:r>
            <a:endParaRPr lang="en-IN" sz="2000" dirty="0">
              <a:latin typeface="Arial" panose="020B0604020202020204" pitchFamily="34" charset="0"/>
              <a:cs typeface="Arial" panose="020B0604020202020204" pitchFamily="34" charset="0"/>
            </a:endParaRPr>
          </a:p>
        </p:txBody>
      </p:sp>
      <p:pic>
        <p:nvPicPr>
          <p:cNvPr id="2050" name="Picture 2" descr="01 Java Is Architecture Neutral">
            <a:extLst>
              <a:ext uri="{FF2B5EF4-FFF2-40B4-BE49-F238E27FC236}">
                <a16:creationId xmlns:a16="http://schemas.microsoft.com/office/drawing/2014/main" xmlns="" id="{10696F6A-A25D-EE67-8ECD-C609A012B3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911" y="2913136"/>
            <a:ext cx="4234413" cy="317581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01 Java Is Architecture Neutral">
            <a:extLst>
              <a:ext uri="{FF2B5EF4-FFF2-40B4-BE49-F238E27FC236}">
                <a16:creationId xmlns:a16="http://schemas.microsoft.com/office/drawing/2014/main" xmlns="" id="{91E67F30-422F-F93B-26F0-4A992167EE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1233" y="2784940"/>
            <a:ext cx="4302817" cy="3227113"/>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xmlns="" id="{F2AB7415-FBE5-7837-9EA8-4BD07733675E}"/>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1217534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0CDE3D9-0B21-4D8D-A564-A4E4F4ECF5B0}"/>
              </a:ext>
            </a:extLst>
          </p:cNvPr>
          <p:cNvGrpSpPr/>
          <p:nvPr/>
        </p:nvGrpSpPr>
        <p:grpSpPr>
          <a:xfrm>
            <a:off x="-1" y="-1"/>
            <a:ext cx="12192001" cy="6858001"/>
            <a:chOff x="-1" y="-1"/>
            <a:chExt cx="12192001" cy="6858001"/>
          </a:xfrm>
        </p:grpSpPr>
        <p:sp>
          <p:nvSpPr>
            <p:cNvPr id="8" name="Rectangle 7">
              <a:extLst>
                <a:ext uri="{FF2B5EF4-FFF2-40B4-BE49-F238E27FC236}">
                  <a16:creationId xmlns:a16="http://schemas.microsoft.com/office/drawing/2014/main" xmlns="" id="{5A446737-F293-42BF-8771-D6E55FCE53C3}"/>
                </a:ext>
              </a:extLst>
            </p:cNvPr>
            <p:cNvSpPr/>
            <p:nvPr/>
          </p:nvSpPr>
          <p:spPr>
            <a:xfrm>
              <a:off x="9524478" y="3892216"/>
              <a:ext cx="2667522" cy="29657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4" name="Rectangle 13">
              <a:extLst>
                <a:ext uri="{FF2B5EF4-FFF2-40B4-BE49-F238E27FC236}">
                  <a16:creationId xmlns:a16="http://schemas.microsoft.com/office/drawing/2014/main" xmlns="" id="{F1DE234E-2274-4FC8-931E-288A5A166015}"/>
                </a:ext>
              </a:extLst>
            </p:cNvPr>
            <p:cNvSpPr/>
            <p:nvPr/>
          </p:nvSpPr>
          <p:spPr>
            <a:xfrm>
              <a:off x="4553953" y="0"/>
              <a:ext cx="2442410" cy="519727"/>
            </a:xfrm>
            <a:prstGeom prst="rect">
              <a:avLst/>
            </a:prstGeom>
            <a:gradFill>
              <a:gsLst>
                <a:gs pos="2372">
                  <a:srgbClr val="FF0040"/>
                </a:gs>
                <a:gs pos="37053">
                  <a:srgbClr val="FF0071"/>
                </a:gs>
                <a:gs pos="99150">
                  <a:srgbClr val="FF00A2"/>
                </a:gs>
              </a:gsLst>
            </a:gradFill>
            <a:ln w="12700">
              <a:miter lim="400000"/>
            </a:ln>
            <a:scene3d>
              <a:camera prst="orthographicFront"/>
              <a:lightRig rig="threePt" dir="t"/>
            </a:scene3d>
            <a:sp3d>
              <a:bevelT prst="slope"/>
            </a:sp3d>
          </p:spPr>
          <p:txBody>
            <a:bodyPr lIns="45719" rIns="45719" anchor="ctr"/>
            <a:lstStyle/>
            <a:p>
              <a:pPr algn="ctr"/>
              <a:r>
                <a:rPr lang="en-US" sz="2000" b="1" dirty="0">
                  <a:solidFill>
                    <a:schemeClr val="bg1"/>
                  </a:solidFill>
                  <a:latin typeface="Times New Roman" panose="02020603050405020304" pitchFamily="18" charset="0"/>
                </a:rPr>
                <a:t>Java Features</a:t>
              </a:r>
            </a:p>
          </p:txBody>
        </p:sp>
        <p:sp>
          <p:nvSpPr>
            <p:cNvPr id="15" name="Right Triangle 14">
              <a:extLst>
                <a:ext uri="{FF2B5EF4-FFF2-40B4-BE49-F238E27FC236}">
                  <a16:creationId xmlns:a16="http://schemas.microsoft.com/office/drawing/2014/main" xmlns="" id="{B7C1728C-187B-43E2-B374-3C8C140D2454}"/>
                </a:ext>
              </a:extLst>
            </p:cNvPr>
            <p:cNvSpPr/>
            <p:nvPr/>
          </p:nvSpPr>
          <p:spPr>
            <a:xfrm>
              <a:off x="0" y="6250405"/>
              <a:ext cx="6341165" cy="607594"/>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6" name="Right Triangle 15">
              <a:extLst>
                <a:ext uri="{FF2B5EF4-FFF2-40B4-BE49-F238E27FC236}">
                  <a16:creationId xmlns:a16="http://schemas.microsoft.com/office/drawing/2014/main" xmlns="" id="{90DD2B8C-EB32-44D4-837F-B0B6A860067F}"/>
                </a:ext>
              </a:extLst>
            </p:cNvPr>
            <p:cNvSpPr/>
            <p:nvPr/>
          </p:nvSpPr>
          <p:spPr>
            <a:xfrm flipV="1">
              <a:off x="-1" y="-1"/>
              <a:ext cx="1678406" cy="1530626"/>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7" name="Right Triangle 16">
              <a:extLst>
                <a:ext uri="{FF2B5EF4-FFF2-40B4-BE49-F238E27FC236}">
                  <a16:creationId xmlns:a16="http://schemas.microsoft.com/office/drawing/2014/main" xmlns="" id="{1B7530A7-B5FE-4BE1-9BB7-DEEB156359BD}"/>
                </a:ext>
              </a:extLst>
            </p:cNvPr>
            <p:cNvSpPr/>
            <p:nvPr/>
          </p:nvSpPr>
          <p:spPr>
            <a:xfrm flipH="1">
              <a:off x="6341164" y="6160168"/>
              <a:ext cx="5850835" cy="697832"/>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8" name="Right Triangle 17">
              <a:extLst>
                <a:ext uri="{FF2B5EF4-FFF2-40B4-BE49-F238E27FC236}">
                  <a16:creationId xmlns:a16="http://schemas.microsoft.com/office/drawing/2014/main" xmlns="" id="{8D0E11FF-8E9C-4B36-AA58-488E4C0ADFB3}"/>
                </a:ext>
              </a:extLst>
            </p:cNvPr>
            <p:cNvSpPr/>
            <p:nvPr/>
          </p:nvSpPr>
          <p:spPr>
            <a:xfrm flipH="1" flipV="1">
              <a:off x="10513594" y="0"/>
              <a:ext cx="1678405" cy="1530626"/>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pic>
          <p:nvPicPr>
            <p:cNvPr id="19" name="Picture 18">
              <a:extLst>
                <a:ext uri="{FF2B5EF4-FFF2-40B4-BE49-F238E27FC236}">
                  <a16:creationId xmlns:a16="http://schemas.microsoft.com/office/drawing/2014/main" xmlns="" id="{A601BD45-3342-4071-863C-308B543342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42032" y="48127"/>
              <a:ext cx="663754" cy="726492"/>
            </a:xfrm>
            <a:prstGeom prst="roundRect">
              <a:avLst>
                <a:gd name="adj" fmla="val 2010"/>
              </a:avLst>
            </a:prstGeom>
            <a:ln>
              <a:solidFill>
                <a:srgbClr val="C0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3" name="TextBox 12">
            <a:extLst>
              <a:ext uri="{FF2B5EF4-FFF2-40B4-BE49-F238E27FC236}">
                <a16:creationId xmlns:a16="http://schemas.microsoft.com/office/drawing/2014/main" xmlns="" id="{EB071332-3F90-4DD6-A609-62303AEEE987}"/>
              </a:ext>
            </a:extLst>
          </p:cNvPr>
          <p:cNvSpPr txBox="1"/>
          <p:nvPr/>
        </p:nvSpPr>
        <p:spPr>
          <a:xfrm>
            <a:off x="703446" y="680022"/>
            <a:ext cx="6131858" cy="523220"/>
          </a:xfrm>
          <a:prstGeom prst="rect">
            <a:avLst/>
          </a:prstGeom>
          <a:noFill/>
        </p:spPr>
        <p:txBody>
          <a:bodyPr wrap="square">
            <a:spAutoFit/>
          </a:bodyPr>
          <a:lstStyle/>
          <a:p>
            <a:pPr marL="457200" indent="-457200">
              <a:buFont typeface="Wingdings" panose="05000000000000000000" pitchFamily="2" charset="2"/>
              <a:buChar char="v"/>
            </a:pPr>
            <a:r>
              <a:rPr lang="en-IN" sz="2800" b="1" dirty="0"/>
              <a:t>Object Oriented</a:t>
            </a:r>
            <a:endParaRPr lang="en-IN" sz="2800" dirty="0"/>
          </a:p>
        </p:txBody>
      </p:sp>
      <p:sp>
        <p:nvSpPr>
          <p:cNvPr id="2" name="TextBox 1">
            <a:extLst>
              <a:ext uri="{FF2B5EF4-FFF2-40B4-BE49-F238E27FC236}">
                <a16:creationId xmlns:a16="http://schemas.microsoft.com/office/drawing/2014/main" xmlns="" id="{6B6EFEA9-1DA7-40DF-AB66-3767487BADA1}"/>
              </a:ext>
            </a:extLst>
          </p:cNvPr>
          <p:cNvSpPr txBox="1"/>
          <p:nvPr/>
        </p:nvSpPr>
        <p:spPr>
          <a:xfrm>
            <a:off x="806855" y="1115073"/>
            <a:ext cx="2875549" cy="1938992"/>
          </a:xfrm>
          <a:prstGeom prst="rect">
            <a:avLst/>
          </a:prstGeom>
          <a:noFill/>
        </p:spPr>
        <p:txBody>
          <a:bodyPr wrap="square" rtlCol="0">
            <a:spAutoFit/>
          </a:bodyPr>
          <a:lstStyle/>
          <a:p>
            <a:r>
              <a:rPr lang="en-IN" sz="2400" dirty="0">
                <a:latin typeface="Arial" panose="020B0604020202020204" pitchFamily="34" charset="0"/>
                <a:cs typeface="Arial" panose="020B0604020202020204" pitchFamily="34" charset="0"/>
              </a:rPr>
              <a:t>Encapsulation</a:t>
            </a:r>
          </a:p>
          <a:p>
            <a:r>
              <a:rPr lang="en-IN" sz="2400" dirty="0">
                <a:latin typeface="Arial" panose="020B0604020202020204" pitchFamily="34" charset="0"/>
                <a:cs typeface="Arial" panose="020B0604020202020204" pitchFamily="34" charset="0"/>
              </a:rPr>
              <a:t>Abstraction</a:t>
            </a:r>
          </a:p>
          <a:p>
            <a:r>
              <a:rPr lang="en-IN" sz="2400" dirty="0">
                <a:latin typeface="Arial" panose="020B0604020202020204" pitchFamily="34" charset="0"/>
                <a:cs typeface="Arial" panose="020B0604020202020204" pitchFamily="34" charset="0"/>
              </a:rPr>
              <a:t>Inheritance</a:t>
            </a:r>
          </a:p>
          <a:p>
            <a:r>
              <a:rPr lang="en-IN" sz="2400" dirty="0">
                <a:latin typeface="Arial" panose="020B0604020202020204" pitchFamily="34" charset="0"/>
                <a:cs typeface="Arial" panose="020B0604020202020204" pitchFamily="34" charset="0"/>
              </a:rPr>
              <a:t>Polymorphism</a:t>
            </a:r>
          </a:p>
          <a:p>
            <a:r>
              <a:rPr lang="en-IN" sz="2400" dirty="0">
                <a:latin typeface="Arial" panose="020B0604020202020204" pitchFamily="34" charset="0"/>
                <a:cs typeface="Arial" panose="020B0604020202020204" pitchFamily="34" charset="0"/>
              </a:rPr>
              <a:t>Message Passing</a:t>
            </a:r>
          </a:p>
        </p:txBody>
      </p:sp>
      <p:pic>
        <p:nvPicPr>
          <p:cNvPr id="3074" name="Picture 2" descr="Why Object-Oriented Programming Matters - Apollo Technical LLC">
            <a:extLst>
              <a:ext uri="{FF2B5EF4-FFF2-40B4-BE49-F238E27FC236}">
                <a16:creationId xmlns:a16="http://schemas.microsoft.com/office/drawing/2014/main" xmlns="" id="{2948846C-D929-B8FE-1B10-C666054E5A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7794" y="3532184"/>
            <a:ext cx="4134344" cy="318426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What is Object Oriented Programming (OOP) | A Complete Guide - Scaler Topics">
            <a:extLst>
              <a:ext uri="{FF2B5EF4-FFF2-40B4-BE49-F238E27FC236}">
                <a16:creationId xmlns:a16="http://schemas.microsoft.com/office/drawing/2014/main" xmlns="" id="{5DBC01CB-790A-DFE7-6CFC-9BFE16C02861}"/>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0277" t="701" r="11170" b="8859"/>
          <a:stretch/>
        </p:blipFill>
        <p:spPr bwMode="auto">
          <a:xfrm>
            <a:off x="8612988" y="873782"/>
            <a:ext cx="2665471" cy="260709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What is Object Oriented Programming ? | by Geetika Kaushik | Medium">
            <a:extLst>
              <a:ext uri="{FF2B5EF4-FFF2-40B4-BE49-F238E27FC236}">
                <a16:creationId xmlns:a16="http://schemas.microsoft.com/office/drawing/2014/main" xmlns="" id="{DA23612D-4DB8-76F1-E651-E02CB5D120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51749" y="559151"/>
            <a:ext cx="3886929" cy="286984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Top Corners Rounded 3">
            <a:extLst>
              <a:ext uri="{FF2B5EF4-FFF2-40B4-BE49-F238E27FC236}">
                <a16:creationId xmlns:a16="http://schemas.microsoft.com/office/drawing/2014/main" xmlns="" id="{EE10FF5F-4F3D-52B0-8AC2-4CF1E20115F1}"/>
              </a:ext>
            </a:extLst>
          </p:cNvPr>
          <p:cNvSpPr/>
          <p:nvPr/>
        </p:nvSpPr>
        <p:spPr>
          <a:xfrm>
            <a:off x="199210" y="3219262"/>
            <a:ext cx="1571625" cy="523220"/>
          </a:xfrm>
          <a:prstGeom prst="round2Same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Hides data</a:t>
            </a:r>
          </a:p>
        </p:txBody>
      </p:sp>
      <p:sp>
        <p:nvSpPr>
          <p:cNvPr id="5" name="Rectangle: Top Corners Rounded 4">
            <a:extLst>
              <a:ext uri="{FF2B5EF4-FFF2-40B4-BE49-F238E27FC236}">
                <a16:creationId xmlns:a16="http://schemas.microsoft.com/office/drawing/2014/main" xmlns="" id="{459C5806-0A51-C608-DCCD-E3D677FF21C4}"/>
              </a:ext>
            </a:extLst>
          </p:cNvPr>
          <p:cNvSpPr/>
          <p:nvPr/>
        </p:nvSpPr>
        <p:spPr>
          <a:xfrm>
            <a:off x="2102391" y="2922777"/>
            <a:ext cx="1855246" cy="845909"/>
          </a:xfrm>
          <a:prstGeom prst="round2Same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IN" dirty="0"/>
              <a:t>Hides method implementation</a:t>
            </a:r>
          </a:p>
        </p:txBody>
      </p:sp>
      <p:sp>
        <p:nvSpPr>
          <p:cNvPr id="6" name="Rectangle: Top Corners Rounded 5">
            <a:extLst>
              <a:ext uri="{FF2B5EF4-FFF2-40B4-BE49-F238E27FC236}">
                <a16:creationId xmlns:a16="http://schemas.microsoft.com/office/drawing/2014/main" xmlns="" id="{D3A6FB07-B24F-63AC-3EE6-91BCFE4F77C6}"/>
              </a:ext>
            </a:extLst>
          </p:cNvPr>
          <p:cNvSpPr/>
          <p:nvPr/>
        </p:nvSpPr>
        <p:spPr>
          <a:xfrm>
            <a:off x="194632" y="3891826"/>
            <a:ext cx="1571625" cy="607594"/>
          </a:xfrm>
          <a:prstGeom prst="round2Same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IN" dirty="0"/>
              <a:t>Deriving from super class</a:t>
            </a:r>
          </a:p>
        </p:txBody>
      </p:sp>
      <p:sp>
        <p:nvSpPr>
          <p:cNvPr id="7" name="Rectangle: Top Corners Rounded 6">
            <a:extLst>
              <a:ext uri="{FF2B5EF4-FFF2-40B4-BE49-F238E27FC236}">
                <a16:creationId xmlns:a16="http://schemas.microsoft.com/office/drawing/2014/main" xmlns="" id="{F0376D1D-10C3-F647-0978-6BB99A2E916A}"/>
              </a:ext>
            </a:extLst>
          </p:cNvPr>
          <p:cNvSpPr/>
          <p:nvPr/>
        </p:nvSpPr>
        <p:spPr>
          <a:xfrm>
            <a:off x="179098" y="4595268"/>
            <a:ext cx="2451562" cy="839644"/>
          </a:xfrm>
          <a:prstGeom prst="round2Same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IN" dirty="0"/>
              <a:t>Method overloading</a:t>
            </a:r>
          </a:p>
          <a:p>
            <a:pPr algn="ctr"/>
            <a:r>
              <a:rPr lang="en-IN" dirty="0"/>
              <a:t>Method overriding</a:t>
            </a:r>
          </a:p>
        </p:txBody>
      </p:sp>
      <p:sp>
        <p:nvSpPr>
          <p:cNvPr id="9" name="Rectangle: Top Corners Rounded 8">
            <a:extLst>
              <a:ext uri="{FF2B5EF4-FFF2-40B4-BE49-F238E27FC236}">
                <a16:creationId xmlns:a16="http://schemas.microsoft.com/office/drawing/2014/main" xmlns="" id="{1C83538C-C4FA-A897-707B-3EEE35BED162}"/>
              </a:ext>
            </a:extLst>
          </p:cNvPr>
          <p:cNvSpPr/>
          <p:nvPr/>
        </p:nvSpPr>
        <p:spPr>
          <a:xfrm>
            <a:off x="1900187" y="3807231"/>
            <a:ext cx="2451562" cy="839644"/>
          </a:xfrm>
          <a:prstGeom prst="round2Same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IN" dirty="0">
                <a:solidFill>
                  <a:schemeClr val="tx1">
                    <a:lumMod val="95000"/>
                    <a:lumOff val="5000"/>
                  </a:schemeClr>
                </a:solidFill>
              </a:rPr>
              <a:t>Pass by value</a:t>
            </a:r>
          </a:p>
          <a:p>
            <a:pPr algn="ctr"/>
            <a:r>
              <a:rPr lang="en-IN" dirty="0">
                <a:solidFill>
                  <a:schemeClr val="tx1">
                    <a:lumMod val="95000"/>
                    <a:lumOff val="5000"/>
                  </a:schemeClr>
                </a:solidFill>
              </a:rPr>
              <a:t>Pass by reference</a:t>
            </a:r>
          </a:p>
        </p:txBody>
      </p:sp>
      <p:sp>
        <p:nvSpPr>
          <p:cNvPr id="10" name="Footer Placeholder 9">
            <a:extLst>
              <a:ext uri="{FF2B5EF4-FFF2-40B4-BE49-F238E27FC236}">
                <a16:creationId xmlns:a16="http://schemas.microsoft.com/office/drawing/2014/main" xmlns="" id="{590DBED2-8E55-CFB2-446F-8224CADCF9EE}"/>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53571166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p:spPr>
            <p:txBody>
              <a:bodyPr wrap="square">
                <a:spAutoFit/>
              </a:bodyPr>
              <a:lstStyle/>
              <a:p>
                <a:pPr algn="ctr"/>
                <a:r>
                  <a:rPr lang="en-US" b="1" dirty="0" smtClean="0">
                    <a:solidFill>
                      <a:schemeClr val="bg1"/>
                    </a:solidFill>
                    <a:latin typeface="Bookman Old Style" panose="02050604050505020204" pitchFamily="18" charset="0"/>
                  </a:rPr>
                  <a:t>Java Software Installation</a:t>
                </a:r>
                <a:endParaRPr lang="en-US"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8" name="TextBox 7">
            <a:extLst>
              <a:ext uri="{FF2B5EF4-FFF2-40B4-BE49-F238E27FC236}">
                <a16:creationId xmlns:a16="http://schemas.microsoft.com/office/drawing/2014/main" xmlns="" id="{8926E692-C2BA-4CA4-96A9-4894146636A4}"/>
              </a:ext>
            </a:extLst>
          </p:cNvPr>
          <p:cNvSpPr txBox="1"/>
          <p:nvPr/>
        </p:nvSpPr>
        <p:spPr>
          <a:xfrm>
            <a:off x="944653" y="1389057"/>
            <a:ext cx="3371436" cy="707886"/>
          </a:xfrm>
          <a:prstGeom prst="rect">
            <a:avLst/>
          </a:prstGeom>
          <a:noFill/>
        </p:spPr>
        <p:txBody>
          <a:bodyPr wrap="none" rtlCol="0">
            <a:spAutoFit/>
          </a:bodyPr>
          <a:lstStyle/>
          <a:p>
            <a:pPr marL="457200" indent="-457200">
              <a:buFont typeface="Wingdings" panose="05000000000000000000" pitchFamily="2" charset="2"/>
              <a:buChar char="v"/>
            </a:pPr>
            <a:r>
              <a:rPr lang="en-IN" sz="2000" b="1" dirty="0"/>
              <a:t>Java Software Installation</a:t>
            </a:r>
            <a:endParaRPr lang="en-US" sz="2000" dirty="0">
              <a:solidFill>
                <a:srgbClr val="0000FF"/>
              </a:solidFill>
              <a:latin typeface="Arial" panose="020B0604020202020204" pitchFamily="34" charset="0"/>
              <a:cs typeface="Arial" panose="020B0604020202020204" pitchFamily="34" charset="0"/>
            </a:endParaRPr>
          </a:p>
          <a:p>
            <a:endParaRPr lang="en-US" sz="2000" b="1" dirty="0">
              <a:solidFill>
                <a:srgbClr val="0000FF"/>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xmlns="" id="{A1D99023-4D6C-47BF-8FA5-CC83BDCFB21A}"/>
              </a:ext>
            </a:extLst>
          </p:cNvPr>
          <p:cNvSpPr txBox="1"/>
          <p:nvPr/>
        </p:nvSpPr>
        <p:spPr>
          <a:xfrm>
            <a:off x="1438836" y="1769514"/>
            <a:ext cx="7929752" cy="4339650"/>
          </a:xfrm>
          <a:prstGeom prst="rect">
            <a:avLst/>
          </a:prstGeom>
          <a:noFill/>
        </p:spPr>
        <p:txBody>
          <a:bodyPr wrap="square">
            <a:spAutoFit/>
          </a:bodyPr>
          <a:lstStyle/>
          <a:p>
            <a:pPr algn="l"/>
            <a:r>
              <a:rPr lang="en-US" sz="2800" b="0" i="0" u="none" strike="noStrike" baseline="0" dirty="0">
                <a:latin typeface="Helvetica" panose="020B0604020202020204" pitchFamily="34" charset="0"/>
              </a:rPr>
              <a:t>Download and install jdk-8u20-windows-i586.exe in C:\ drive.</a:t>
            </a:r>
          </a:p>
          <a:p>
            <a:pPr algn="l"/>
            <a:endParaRPr lang="en-US" sz="2800" b="0" i="0" u="none" strike="noStrike" baseline="0" dirty="0">
              <a:latin typeface="Helvetica" panose="020B0604020202020204" pitchFamily="34" charset="0"/>
            </a:endParaRPr>
          </a:p>
          <a:p>
            <a:pPr algn="l"/>
            <a:r>
              <a:rPr lang="pt-BR" sz="2400" b="0" i="0" u="none" strike="noStrike" baseline="0" dirty="0">
                <a:latin typeface="TT173t00"/>
              </a:rPr>
              <a:t>C:\Program Files\Java\jdk1.8.0_20\</a:t>
            </a:r>
          </a:p>
          <a:p>
            <a:pPr lvl="1"/>
            <a:r>
              <a:rPr lang="fr-FR" sz="2400" b="0" i="0" u="none" strike="noStrike" baseline="0" dirty="0">
                <a:latin typeface="TT173t00"/>
              </a:rPr>
              <a:t>src.zip - all java classes source code</a:t>
            </a:r>
          </a:p>
          <a:p>
            <a:pPr lvl="1"/>
            <a:r>
              <a:rPr lang="en-IN" sz="2400" b="0" i="0" u="none" strike="noStrike" baseline="0" dirty="0">
                <a:latin typeface="TT173t00"/>
              </a:rPr>
              <a:t>bin\javac.exe </a:t>
            </a:r>
            <a:r>
              <a:rPr lang="en-IN" b="0" i="0" u="none" strike="noStrike" baseline="0" dirty="0">
                <a:latin typeface="TT173t00"/>
              </a:rPr>
              <a:t>(java compiler) and </a:t>
            </a:r>
            <a:r>
              <a:rPr lang="en-IN" sz="2400" b="0" i="0" u="none" strike="noStrike" baseline="0" dirty="0">
                <a:latin typeface="TT173t00"/>
              </a:rPr>
              <a:t>java.exe </a:t>
            </a:r>
            <a:r>
              <a:rPr lang="en-IN" b="0" i="0" u="none" strike="noStrike" baseline="0" dirty="0">
                <a:latin typeface="TT173t00"/>
              </a:rPr>
              <a:t>(java interpreter)</a:t>
            </a:r>
            <a:endParaRPr lang="en-IN" sz="2400" b="0" i="0" u="none" strike="noStrike" baseline="0" dirty="0">
              <a:latin typeface="TT173t00"/>
            </a:endParaRPr>
          </a:p>
          <a:p>
            <a:pPr lvl="1"/>
            <a:r>
              <a:rPr lang="en-IN" sz="2400" b="0" i="0" u="none" strike="noStrike" baseline="0" dirty="0">
                <a:latin typeface="TT173t00"/>
              </a:rPr>
              <a:t>lib\tools.jar, dt.jar</a:t>
            </a:r>
          </a:p>
          <a:p>
            <a:pPr lvl="1"/>
            <a:r>
              <a:rPr lang="fr-FR" sz="2400" b="0" i="0" u="none" strike="noStrike" baseline="0" dirty="0" err="1">
                <a:latin typeface="TT173t00"/>
              </a:rPr>
              <a:t>jre</a:t>
            </a:r>
            <a:r>
              <a:rPr lang="fr-FR" sz="2400" b="0" i="0" u="none" strike="noStrike" baseline="0" dirty="0">
                <a:latin typeface="TT173t00"/>
              </a:rPr>
              <a:t>\lib\rt.jar (192 packages 17000+ classes)</a:t>
            </a:r>
          </a:p>
          <a:p>
            <a:pPr lvl="1"/>
            <a:endParaRPr lang="fr-FR" sz="2400" b="0" i="0" u="none" strike="noStrike" baseline="0" dirty="0">
              <a:latin typeface="TT173t00"/>
            </a:endParaRPr>
          </a:p>
          <a:p>
            <a:pPr lvl="1"/>
            <a:r>
              <a:rPr lang="en-US" sz="2400" b="0" i="0" u="none" strike="noStrike" baseline="0" dirty="0">
                <a:latin typeface="TT173t00"/>
              </a:rPr>
              <a:t>all java predefined classes are compiled and given in this file</a:t>
            </a:r>
            <a:endParaRPr lang="en-IN" sz="2400" dirty="0"/>
          </a:p>
        </p:txBody>
      </p:sp>
      <p:sp>
        <p:nvSpPr>
          <p:cNvPr id="7" name="Footer Placeholder 6">
            <a:extLst>
              <a:ext uri="{FF2B5EF4-FFF2-40B4-BE49-F238E27FC236}">
                <a16:creationId xmlns:a16="http://schemas.microsoft.com/office/drawing/2014/main" xmlns="" id="{D7893879-3792-1929-FACC-5FC4043BCEC9}"/>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31164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p:spPr>
            <p:txBody>
              <a:bodyPr wrap="square">
                <a:spAutoFit/>
              </a:bodyPr>
              <a:lstStyle/>
              <a:p>
                <a:pPr algn="ctr"/>
                <a:r>
                  <a:rPr lang="en-US" b="1" dirty="0">
                    <a:solidFill>
                      <a:schemeClr val="bg1"/>
                    </a:solidFill>
                    <a:latin typeface="Bookman Old Style" panose="02050604050505020204" pitchFamily="18" charset="0"/>
                  </a:rPr>
                  <a:t>Java Software Installation</a:t>
                </a:r>
              </a:p>
            </p:txBody>
          </p:sp>
        </p:gr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7" name="Footer Placeholder 6">
            <a:extLst>
              <a:ext uri="{FF2B5EF4-FFF2-40B4-BE49-F238E27FC236}">
                <a16:creationId xmlns:a16="http://schemas.microsoft.com/office/drawing/2014/main" xmlns="" id="{D7893879-3792-1929-FACC-5FC4043BCEC9}"/>
              </a:ext>
            </a:extLst>
          </p:cNvPr>
          <p:cNvSpPr>
            <a:spLocks noGrp="1"/>
          </p:cNvSpPr>
          <p:nvPr>
            <p:ph type="ftr" sz="quarter" idx="11"/>
          </p:nvPr>
        </p:nvSpPr>
        <p:spPr/>
        <p:txBody>
          <a:bodyPr/>
          <a:lstStyle/>
          <a:p>
            <a:r>
              <a:rPr lang="en-US"/>
              <a:t>Suryanarayana</a:t>
            </a: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4898" t="9914" r="25262" b="7988"/>
          <a:stretch/>
        </p:blipFill>
        <p:spPr bwMode="auto">
          <a:xfrm>
            <a:off x="571500" y="832390"/>
            <a:ext cx="6076435" cy="5630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1675372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p:spPr>
            <p:txBody>
              <a:bodyPr wrap="square">
                <a:spAutoFit/>
              </a:bodyPr>
              <a:lstStyle/>
              <a:p>
                <a:pPr algn="ctr"/>
                <a:r>
                  <a:rPr lang="en-US" b="1" dirty="0">
                    <a:solidFill>
                      <a:schemeClr val="bg1"/>
                    </a:solidFill>
                    <a:latin typeface="Bookman Old Style" panose="02050604050505020204" pitchFamily="18" charset="0"/>
                  </a:rPr>
                  <a:t>Java Software Installation</a:t>
                </a:r>
              </a:p>
            </p:txBody>
          </p:sp>
        </p:gr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7" name="Footer Placeholder 6">
            <a:extLst>
              <a:ext uri="{FF2B5EF4-FFF2-40B4-BE49-F238E27FC236}">
                <a16:creationId xmlns:a16="http://schemas.microsoft.com/office/drawing/2014/main" xmlns="" id="{D7893879-3792-1929-FACC-5FC4043BCEC9}"/>
              </a:ext>
            </a:extLst>
          </p:cNvPr>
          <p:cNvSpPr>
            <a:spLocks noGrp="1"/>
          </p:cNvSpPr>
          <p:nvPr>
            <p:ph type="ftr" sz="quarter" idx="11"/>
          </p:nvPr>
        </p:nvSpPr>
        <p:spPr/>
        <p:txBody>
          <a:bodyPr/>
          <a:lstStyle/>
          <a:p>
            <a:r>
              <a:rPr lang="en-US"/>
              <a:t>Suryanarayana</a:t>
            </a:r>
          </a:p>
        </p:txBody>
      </p:sp>
      <p:pic>
        <p:nvPicPr>
          <p:cNvPr id="20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438" r="67601" b="41681"/>
          <a:stretch/>
        </p:blipFill>
        <p:spPr bwMode="auto">
          <a:xfrm>
            <a:off x="781565" y="832390"/>
            <a:ext cx="3530943" cy="3999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294079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p:spPr>
            <p:txBody>
              <a:bodyPr wrap="square">
                <a:spAutoFit/>
              </a:bodyPr>
              <a:lstStyle/>
              <a:p>
                <a:pPr algn="ctr"/>
                <a:r>
                  <a:rPr lang="en-US" b="1" dirty="0">
                    <a:solidFill>
                      <a:schemeClr val="bg1"/>
                    </a:solidFill>
                    <a:latin typeface="Bookman Old Style" panose="02050604050505020204" pitchFamily="18" charset="0"/>
                  </a:rPr>
                  <a:t>Java Software Installation</a:t>
                </a:r>
              </a:p>
            </p:txBody>
          </p:sp>
        </p:gr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7" name="Footer Placeholder 6">
            <a:extLst>
              <a:ext uri="{FF2B5EF4-FFF2-40B4-BE49-F238E27FC236}">
                <a16:creationId xmlns:a16="http://schemas.microsoft.com/office/drawing/2014/main" xmlns="" id="{D7893879-3792-1929-FACC-5FC4043BCEC9}"/>
              </a:ext>
            </a:extLst>
          </p:cNvPr>
          <p:cNvSpPr>
            <a:spLocks noGrp="1"/>
          </p:cNvSpPr>
          <p:nvPr>
            <p:ph type="ftr" sz="quarter" idx="11"/>
          </p:nvPr>
        </p:nvSpPr>
        <p:spPr/>
        <p:txBody>
          <a:bodyPr/>
          <a:lstStyle/>
          <a:p>
            <a:r>
              <a:rPr lang="en-US"/>
              <a:t>Suryanarayana</a:t>
            </a:r>
          </a:p>
        </p:txBody>
      </p:sp>
      <p:pic>
        <p:nvPicPr>
          <p:cNvPr id="2051"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31184" t="15074" r="13884" b="17358"/>
          <a:stretch/>
        </p:blipFill>
        <p:spPr bwMode="auto">
          <a:xfrm>
            <a:off x="2747319" y="1112108"/>
            <a:ext cx="6697363" cy="4633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7085100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p:spPr>
            <p:txBody>
              <a:bodyPr wrap="square">
                <a:spAutoFit/>
              </a:bodyPr>
              <a:lstStyle/>
              <a:p>
                <a:pPr algn="ctr"/>
                <a:r>
                  <a:rPr lang="en-US" b="1" dirty="0">
                    <a:solidFill>
                      <a:schemeClr val="bg1"/>
                    </a:solidFill>
                    <a:latin typeface="Bookman Old Style" panose="02050604050505020204" pitchFamily="18" charset="0"/>
                  </a:rPr>
                  <a:t>Java Software Installation</a:t>
                </a:r>
              </a:p>
            </p:txBody>
          </p:sp>
        </p:gr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7" name="Footer Placeholder 6">
            <a:extLst>
              <a:ext uri="{FF2B5EF4-FFF2-40B4-BE49-F238E27FC236}">
                <a16:creationId xmlns:a16="http://schemas.microsoft.com/office/drawing/2014/main" xmlns="" id="{D7893879-3792-1929-FACC-5FC4043BCEC9}"/>
              </a:ext>
            </a:extLst>
          </p:cNvPr>
          <p:cNvSpPr>
            <a:spLocks noGrp="1"/>
          </p:cNvSpPr>
          <p:nvPr>
            <p:ph type="ftr" sz="quarter" idx="11"/>
          </p:nvPr>
        </p:nvSpPr>
        <p:spPr/>
        <p:txBody>
          <a:bodyPr/>
          <a:lstStyle/>
          <a:p>
            <a:r>
              <a:rPr lang="en-US"/>
              <a:t>Suryanarayana</a:t>
            </a:r>
          </a:p>
        </p:txBody>
      </p:sp>
      <p:pic>
        <p:nvPicPr>
          <p:cNvPr id="307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1892" t="9915" r="5049" b="16637"/>
          <a:stretch/>
        </p:blipFill>
        <p:spPr bwMode="auto">
          <a:xfrm>
            <a:off x="902043" y="910465"/>
            <a:ext cx="7688122" cy="50370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5953142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xmlns=""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xmlns=""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xmlns=""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b="1" dirty="0">
                  <a:solidFill>
                    <a:schemeClr val="bg1"/>
                  </a:solidFill>
                  <a:latin typeface="Bookman Old Style" panose="02050604050505020204" pitchFamily="18" charset="0"/>
                </a:rPr>
                <a:t>Java Software Installation</a:t>
              </a:r>
            </a:p>
          </p:txBody>
        </p:sp>
        <p:sp>
          <p:nvSpPr>
            <p:cNvPr id="16" name="Half Frame 15">
              <a:extLst>
                <a:ext uri="{FF2B5EF4-FFF2-40B4-BE49-F238E27FC236}">
                  <a16:creationId xmlns:a16="http://schemas.microsoft.com/office/drawing/2014/main" xmlns=""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xmlns=""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xmlns=""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xmlns=""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xmlns=""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xmlns=""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xmlns=""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xmlns="" id="{576829B0-3EDD-4874-A380-B94C3CAC54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 name="Footer Placeholder 1">
            <a:extLst>
              <a:ext uri="{FF2B5EF4-FFF2-40B4-BE49-F238E27FC236}">
                <a16:creationId xmlns:a16="http://schemas.microsoft.com/office/drawing/2014/main" xmlns="" id="{8F7DB848-6842-1F95-0199-203834A5E665}"/>
              </a:ext>
            </a:extLst>
          </p:cNvPr>
          <p:cNvSpPr>
            <a:spLocks noGrp="1"/>
          </p:cNvSpPr>
          <p:nvPr>
            <p:ph type="ftr" sz="quarter" idx="11"/>
          </p:nvPr>
        </p:nvSpPr>
        <p:spPr/>
        <p:txBody>
          <a:bodyPr/>
          <a:lstStyle/>
          <a:p>
            <a:r>
              <a:rPr lang="en-US"/>
              <a:t>Suryanarayana</a:t>
            </a:r>
          </a:p>
        </p:txBody>
      </p:sp>
      <p:pic>
        <p:nvPicPr>
          <p:cNvPr id="4099"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10034" t="17299" r="37770" b="10526"/>
          <a:stretch/>
        </p:blipFill>
        <p:spPr bwMode="auto">
          <a:xfrm>
            <a:off x="1223319" y="1186249"/>
            <a:ext cx="6363730" cy="49498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3508803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xmlns=""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xmlns=""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xmlns=""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b="1" dirty="0">
                  <a:solidFill>
                    <a:schemeClr val="bg1"/>
                  </a:solidFill>
                  <a:latin typeface="Bookman Old Style" panose="02050604050505020204" pitchFamily="18" charset="0"/>
                </a:rPr>
                <a:t>Java </a:t>
              </a:r>
              <a:r>
                <a:rPr lang="en-US" b="1" dirty="0" smtClean="0">
                  <a:solidFill>
                    <a:schemeClr val="bg1"/>
                  </a:solidFill>
                  <a:latin typeface="Bookman Old Style" panose="02050604050505020204" pitchFamily="18" charset="0"/>
                </a:rPr>
                <a:t>Commands</a:t>
              </a:r>
              <a:endParaRPr lang="en-US"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xmlns=""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xmlns=""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xmlns=""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xmlns=""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xmlns=""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xmlns=""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xmlns=""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xmlns="" id="{576829B0-3EDD-4874-A380-B94C3CAC54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 name="Footer Placeholder 1">
            <a:extLst>
              <a:ext uri="{FF2B5EF4-FFF2-40B4-BE49-F238E27FC236}">
                <a16:creationId xmlns:a16="http://schemas.microsoft.com/office/drawing/2014/main" xmlns="" id="{8F7DB848-6842-1F95-0199-203834A5E665}"/>
              </a:ext>
            </a:extLst>
          </p:cNvPr>
          <p:cNvSpPr>
            <a:spLocks noGrp="1"/>
          </p:cNvSpPr>
          <p:nvPr>
            <p:ph type="ftr" sz="quarter" idx="11"/>
          </p:nvPr>
        </p:nvSpPr>
        <p:spPr/>
        <p:txBody>
          <a:bodyPr/>
          <a:lstStyle/>
          <a:p>
            <a:r>
              <a:rPr lang="en-US"/>
              <a:t>Suryanarayana</a:t>
            </a:r>
          </a:p>
        </p:txBody>
      </p:sp>
      <p:graphicFrame>
        <p:nvGraphicFramePr>
          <p:cNvPr id="3" name="Table 2"/>
          <p:cNvGraphicFramePr>
            <a:graphicFrameLocks noGrp="1"/>
          </p:cNvGraphicFramePr>
          <p:nvPr>
            <p:extLst>
              <p:ext uri="{D42A27DB-BD31-4B8C-83A1-F6EECF244321}">
                <p14:modId xmlns:p14="http://schemas.microsoft.com/office/powerpoint/2010/main" val="3992148236"/>
              </p:ext>
            </p:extLst>
          </p:nvPr>
        </p:nvGraphicFramePr>
        <p:xfrm>
          <a:off x="721897" y="1440780"/>
          <a:ext cx="10748208" cy="2397760"/>
        </p:xfrm>
        <a:graphic>
          <a:graphicData uri="http://schemas.openxmlformats.org/drawingml/2006/table">
            <a:tbl>
              <a:tblPr firstRow="1" bandRow="1">
                <a:tableStyleId>{5C22544A-7EE6-4342-B048-85BDC9FD1C3A}</a:tableStyleId>
              </a:tblPr>
              <a:tblGrid>
                <a:gridCol w="1561775"/>
                <a:gridCol w="5093312"/>
                <a:gridCol w="4093121"/>
              </a:tblGrid>
              <a:tr h="370840">
                <a:tc>
                  <a:txBody>
                    <a:bodyPr/>
                    <a:lstStyle/>
                    <a:p>
                      <a:r>
                        <a:rPr lang="en-US" dirty="0" smtClean="0"/>
                        <a:t>Command</a:t>
                      </a:r>
                      <a:endParaRPr lang="en-US" dirty="0"/>
                    </a:p>
                  </a:txBody>
                  <a:tcPr/>
                </a:tc>
                <a:tc>
                  <a:txBody>
                    <a:bodyPr/>
                    <a:lstStyle/>
                    <a:p>
                      <a:r>
                        <a:rPr lang="en-US" dirty="0" smtClean="0"/>
                        <a:t>Description</a:t>
                      </a:r>
                      <a:endParaRPr lang="en-US" dirty="0"/>
                    </a:p>
                  </a:txBody>
                  <a:tcPr/>
                </a:tc>
                <a:tc>
                  <a:txBody>
                    <a:bodyPr/>
                    <a:lstStyle/>
                    <a:p>
                      <a:r>
                        <a:rPr lang="en-US" dirty="0" smtClean="0"/>
                        <a:t>Example</a:t>
                      </a:r>
                      <a:endParaRPr lang="en-US" dirty="0"/>
                    </a:p>
                  </a:txBody>
                  <a:tcPr/>
                </a:tc>
              </a:tr>
              <a:tr h="370840">
                <a:tc>
                  <a:txBody>
                    <a:bodyPr/>
                    <a:lstStyle/>
                    <a:p>
                      <a:r>
                        <a:rPr lang="en-US" dirty="0" err="1" smtClean="0"/>
                        <a:t>javac</a:t>
                      </a:r>
                      <a:endParaRPr lang="en-US" dirty="0"/>
                    </a:p>
                  </a:txBody>
                  <a:tcPr/>
                </a:tc>
                <a:tc>
                  <a:txBody>
                    <a:bodyPr/>
                    <a:lstStyle/>
                    <a:p>
                      <a:r>
                        <a:rPr lang="en-US" dirty="0" smtClean="0"/>
                        <a:t>Compiles</a:t>
                      </a:r>
                      <a:r>
                        <a:rPr lang="en-US" baseline="0" dirty="0" smtClean="0"/>
                        <a:t> .java extension file</a:t>
                      </a:r>
                      <a:endParaRPr lang="en-US" dirty="0"/>
                    </a:p>
                  </a:txBody>
                  <a:tcPr/>
                </a:tc>
                <a:tc>
                  <a:txBody>
                    <a:bodyPr/>
                    <a:lstStyle/>
                    <a:p>
                      <a:r>
                        <a:rPr lang="en-US" dirty="0" err="1" smtClean="0"/>
                        <a:t>javac</a:t>
                      </a:r>
                      <a:r>
                        <a:rPr lang="en-US" dirty="0" smtClean="0"/>
                        <a:t> Hello.java</a:t>
                      </a:r>
                      <a:endParaRPr lang="en-US" dirty="0"/>
                    </a:p>
                  </a:txBody>
                  <a:tcPr/>
                </a:tc>
              </a:tr>
              <a:tr h="370840">
                <a:tc>
                  <a:txBody>
                    <a:bodyPr/>
                    <a:lstStyle/>
                    <a:p>
                      <a:r>
                        <a:rPr lang="en-US" dirty="0" smtClean="0"/>
                        <a:t>java</a:t>
                      </a:r>
                      <a:endParaRPr lang="en-US" dirty="0"/>
                    </a:p>
                  </a:txBody>
                  <a:tcPr/>
                </a:tc>
                <a:tc>
                  <a:txBody>
                    <a:bodyPr/>
                    <a:lstStyle/>
                    <a:p>
                      <a:r>
                        <a:rPr lang="en-US" dirty="0" smtClean="0"/>
                        <a:t>Executes java .class file</a:t>
                      </a:r>
                      <a:endParaRPr lang="en-US" dirty="0"/>
                    </a:p>
                  </a:txBody>
                  <a:tcPr/>
                </a:tc>
                <a:tc>
                  <a:txBody>
                    <a:bodyPr/>
                    <a:lstStyle/>
                    <a:p>
                      <a:r>
                        <a:rPr lang="en-US" dirty="0" smtClean="0"/>
                        <a:t>java Hello</a:t>
                      </a:r>
                      <a:endParaRPr lang="en-US" dirty="0"/>
                    </a:p>
                  </a:txBody>
                  <a:tcPr/>
                </a:tc>
              </a:tr>
              <a:tr h="370840">
                <a:tc>
                  <a:txBody>
                    <a:bodyPr/>
                    <a:lstStyle/>
                    <a:p>
                      <a:endParaRPr lang="en-US" dirty="0"/>
                    </a:p>
                  </a:txBody>
                  <a:tcPr/>
                </a:tc>
                <a:tc>
                  <a:txBody>
                    <a:bodyPr/>
                    <a:lstStyle/>
                    <a:p>
                      <a:r>
                        <a:rPr lang="en-US" dirty="0" smtClean="0"/>
                        <a:t>Displays java version</a:t>
                      </a:r>
                      <a:endParaRPr lang="en-US" dirty="0"/>
                    </a:p>
                  </a:txBody>
                  <a:tcPr/>
                </a:tc>
                <a:tc>
                  <a:txBody>
                    <a:bodyPr/>
                    <a:lstStyle/>
                    <a:p>
                      <a:r>
                        <a:rPr lang="en-US" dirty="0" smtClean="0"/>
                        <a:t>java -version</a:t>
                      </a:r>
                      <a:endParaRPr lang="en-US" dirty="0"/>
                    </a:p>
                  </a:txBody>
                  <a:tcPr/>
                </a:tc>
              </a:tr>
              <a:tr h="370840">
                <a:tc>
                  <a:txBody>
                    <a:bodyPr/>
                    <a:lstStyle/>
                    <a:p>
                      <a:r>
                        <a:rPr lang="en-US" dirty="0" err="1" smtClean="0"/>
                        <a:t>javap</a:t>
                      </a:r>
                      <a:endParaRPr lang="en-US" dirty="0"/>
                    </a:p>
                  </a:txBody>
                  <a:tcPr/>
                </a:tc>
                <a:tc>
                  <a:txBody>
                    <a:bodyPr/>
                    <a:lstStyle/>
                    <a:p>
                      <a:r>
                        <a:rPr lang="en-US" dirty="0" smtClean="0"/>
                        <a:t>Java disassembler</a:t>
                      </a:r>
                    </a:p>
                    <a:p>
                      <a:r>
                        <a:rPr lang="en-US" dirty="0" smtClean="0"/>
                        <a:t>Displays class variables,</a:t>
                      </a:r>
                      <a:r>
                        <a:rPr lang="en-US" baseline="0" dirty="0" smtClean="0"/>
                        <a:t> constructors and methods</a:t>
                      </a:r>
                      <a:endParaRPr lang="en-US" dirty="0"/>
                    </a:p>
                  </a:txBody>
                  <a:tcPr/>
                </a:tc>
                <a:tc>
                  <a:txBody>
                    <a:bodyPr/>
                    <a:lstStyle/>
                    <a:p>
                      <a:r>
                        <a:rPr lang="en-US" dirty="0" err="1" smtClean="0"/>
                        <a:t>javap</a:t>
                      </a:r>
                      <a:r>
                        <a:rPr lang="en-US" dirty="0" smtClean="0"/>
                        <a:t> </a:t>
                      </a:r>
                      <a:r>
                        <a:rPr lang="en-US" dirty="0" err="1" smtClean="0"/>
                        <a:t>java.lang.String</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t>javap</a:t>
                      </a:r>
                      <a:r>
                        <a:rPr lang="en-US" dirty="0" smtClean="0"/>
                        <a:t> </a:t>
                      </a:r>
                      <a:r>
                        <a:rPr lang="en-US" dirty="0" err="1" smtClean="0"/>
                        <a:t>java.lang.System</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t>javap</a:t>
                      </a:r>
                      <a:r>
                        <a:rPr lang="en-US" dirty="0" smtClean="0"/>
                        <a:t> </a:t>
                      </a:r>
                      <a:r>
                        <a:rPr lang="en-US" dirty="0" err="1" smtClean="0"/>
                        <a:t>java.util.Scanner</a:t>
                      </a:r>
                      <a:endParaRPr lang="en-US" dirty="0" smtClean="0"/>
                    </a:p>
                  </a:txBody>
                  <a:tcPr/>
                </a:tc>
              </a:tr>
            </a:tbl>
          </a:graphicData>
        </a:graphic>
      </p:graphicFrame>
    </p:spTree>
    <p:extLst>
      <p:ext uri="{BB962C8B-B14F-4D97-AF65-F5344CB8AC3E}">
        <p14:creationId xmlns:p14="http://schemas.microsoft.com/office/powerpoint/2010/main" val="230043063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xmlns=""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xmlns=""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xmlns=""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b="1" dirty="0" smtClean="0">
                  <a:solidFill>
                    <a:schemeClr val="bg1"/>
                  </a:solidFill>
                  <a:latin typeface="Bookman Old Style" panose="02050604050505020204" pitchFamily="18" charset="0"/>
                </a:rPr>
                <a:t>Hello Program</a:t>
              </a:r>
              <a:endParaRPr lang="en-US"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xmlns=""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xmlns=""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xmlns=""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xmlns=""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xmlns=""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xmlns=""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xmlns=""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xmlns="" id="{576829B0-3EDD-4874-A380-B94C3CAC54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7" name="TextBox 26">
            <a:extLst>
              <a:ext uri="{FF2B5EF4-FFF2-40B4-BE49-F238E27FC236}">
                <a16:creationId xmlns:a16="http://schemas.microsoft.com/office/drawing/2014/main" xmlns="" id="{1CA9E27B-21BF-4C5F-B264-677E6394AC86}"/>
              </a:ext>
            </a:extLst>
          </p:cNvPr>
          <p:cNvSpPr txBox="1"/>
          <p:nvPr/>
        </p:nvSpPr>
        <p:spPr>
          <a:xfrm>
            <a:off x="1253934" y="1130650"/>
            <a:ext cx="8265019" cy="400110"/>
          </a:xfrm>
          <a:prstGeom prst="rect">
            <a:avLst/>
          </a:prstGeom>
          <a:noFill/>
        </p:spPr>
        <p:txBody>
          <a:bodyPr wrap="none" rtlCol="0">
            <a:spAutoFit/>
          </a:bodyPr>
          <a:lstStyle/>
          <a:p>
            <a:pPr marL="457200" indent="-457200">
              <a:buFont typeface="Wingdings" panose="05000000000000000000" pitchFamily="2" charset="2"/>
              <a:buChar char="v"/>
            </a:pPr>
            <a:r>
              <a:rPr lang="en-IN" sz="2000" b="1" dirty="0"/>
              <a:t>Hello Program Execution</a:t>
            </a:r>
            <a:r>
              <a:rPr lang="en-US" sz="2000" dirty="0">
                <a:solidFill>
                  <a:srgbClr val="0000FF"/>
                </a:solidFill>
                <a:latin typeface="Arial" panose="020B0604020202020204" pitchFamily="34" charset="0"/>
                <a:cs typeface="Arial" panose="020B0604020202020204" pitchFamily="34" charset="0"/>
              </a:rPr>
              <a:t> </a:t>
            </a:r>
            <a:r>
              <a:rPr lang="en-IN" sz="2000" b="1" dirty="0"/>
              <a:t>(reading input from command line arguments</a:t>
            </a:r>
            <a:r>
              <a:rPr lang="en-US" sz="2000" b="1" dirty="0">
                <a:latin typeface="Arial" panose="020B0604020202020204" pitchFamily="34" charset="0"/>
                <a:cs typeface="Arial" panose="020B0604020202020204" pitchFamily="34" charset="0"/>
              </a:rPr>
              <a:t>)</a:t>
            </a:r>
            <a:endParaRPr lang="en-IN" sz="2000" b="1" dirty="0"/>
          </a:p>
        </p:txBody>
      </p:sp>
      <p:sp>
        <p:nvSpPr>
          <p:cNvPr id="25" name="TextBox 24">
            <a:extLst>
              <a:ext uri="{FF2B5EF4-FFF2-40B4-BE49-F238E27FC236}">
                <a16:creationId xmlns:a16="http://schemas.microsoft.com/office/drawing/2014/main" xmlns="" id="{81096980-AF2F-4966-BC07-EE525833223C}"/>
              </a:ext>
            </a:extLst>
          </p:cNvPr>
          <p:cNvSpPr txBox="1"/>
          <p:nvPr/>
        </p:nvSpPr>
        <p:spPr>
          <a:xfrm>
            <a:off x="1613646" y="1645234"/>
            <a:ext cx="7503459" cy="4247317"/>
          </a:xfrm>
          <a:prstGeom prst="rect">
            <a:avLst/>
          </a:prstGeom>
          <a:noFill/>
        </p:spPr>
        <p:txBody>
          <a:bodyPr wrap="square">
            <a:spAutoFit/>
          </a:bodyPr>
          <a:lstStyle/>
          <a:p>
            <a:r>
              <a:rPr lang="en-US" sz="2400" dirty="0">
                <a:latin typeface="TT173t00"/>
              </a:rPr>
              <a:t>D:\active\first\</a:t>
            </a:r>
            <a:endParaRPr lang="en-US" sz="2400" b="0" i="0" u="none" strike="noStrike" baseline="0" dirty="0">
              <a:latin typeface="TT173t00"/>
            </a:endParaRPr>
          </a:p>
          <a:p>
            <a:pPr algn="l"/>
            <a:r>
              <a:rPr lang="en-IN" sz="2400" b="0" i="0" u="none" strike="noStrike" baseline="0" dirty="0">
                <a:latin typeface="TT173t00"/>
              </a:rPr>
              <a:t>// Hello.java</a:t>
            </a:r>
          </a:p>
          <a:p>
            <a:pPr algn="l"/>
            <a:r>
              <a:rPr lang="en-IN" sz="2400" b="0" i="0" u="none" strike="noStrike" baseline="0" dirty="0">
                <a:latin typeface="TT173t00"/>
              </a:rPr>
              <a:t>class Hello {</a:t>
            </a:r>
          </a:p>
          <a:p>
            <a:pPr algn="l"/>
            <a:r>
              <a:rPr lang="en-US" sz="2400" b="0" i="0" u="none" strike="noStrike" baseline="0" dirty="0">
                <a:latin typeface="TT173t00"/>
              </a:rPr>
              <a:t>	public static void main(String rags[]) {</a:t>
            </a:r>
          </a:p>
          <a:p>
            <a:pPr algn="l"/>
            <a:r>
              <a:rPr lang="en-IN" sz="2400" b="0" i="0" u="none" strike="noStrike" baseline="0" dirty="0">
                <a:latin typeface="TT173t00"/>
              </a:rPr>
              <a:t>		System.out.println("Hello "+rags[0]);</a:t>
            </a:r>
          </a:p>
          <a:p>
            <a:pPr algn="l"/>
            <a:r>
              <a:rPr lang="en-IN" sz="2400" b="0" i="0" u="none" strike="noStrike" baseline="0" dirty="0">
                <a:latin typeface="TT173t00"/>
              </a:rPr>
              <a:t>	}</a:t>
            </a:r>
          </a:p>
          <a:p>
            <a:pPr algn="l"/>
            <a:r>
              <a:rPr lang="en-IN" sz="2400" b="0" i="0" u="none" strike="noStrike" baseline="0" dirty="0">
                <a:latin typeface="TT173t00"/>
              </a:rPr>
              <a:t>}</a:t>
            </a:r>
          </a:p>
          <a:p>
            <a:pPr algn="l"/>
            <a:endParaRPr lang="en-IN" sz="2400" b="0" i="0" u="none" strike="noStrike" baseline="0" dirty="0">
              <a:latin typeface="TT173t00"/>
            </a:endParaRPr>
          </a:p>
          <a:p>
            <a:pPr algn="l"/>
            <a:r>
              <a:rPr lang="en-US" sz="2400" b="0" i="0" u="none" strike="noStrike" baseline="0" dirty="0">
                <a:latin typeface="Helvetica" panose="020B0604020202020204" pitchFamily="34" charset="0"/>
              </a:rPr>
              <a:t>Open command prompt, </a:t>
            </a:r>
            <a:r>
              <a:rPr lang="en-US" sz="2400" b="0" i="0" u="none" strike="noStrike" baseline="0" dirty="0" err="1">
                <a:latin typeface="Helvetica" panose="020B0604020202020204" pitchFamily="34" charset="0"/>
              </a:rPr>
              <a:t>goto</a:t>
            </a:r>
            <a:r>
              <a:rPr lang="en-US" sz="2400" b="0" i="0" u="none" strike="noStrike" baseline="0" dirty="0">
                <a:latin typeface="Helvetica" panose="020B0604020202020204" pitchFamily="34" charset="0"/>
              </a:rPr>
              <a:t> first directory</a:t>
            </a:r>
          </a:p>
          <a:p>
            <a:pPr algn="l"/>
            <a:r>
              <a:rPr lang="en-IN" sz="1800" b="0" i="0" u="none" strike="noStrike" baseline="0" dirty="0" err="1">
                <a:latin typeface="TT173t00"/>
              </a:rPr>
              <a:t>javac</a:t>
            </a:r>
            <a:r>
              <a:rPr lang="en-IN" sz="1800" b="0" i="0" u="none" strike="noStrike" baseline="0" dirty="0">
                <a:latin typeface="TT173t00"/>
              </a:rPr>
              <a:t> Hello.java</a:t>
            </a:r>
            <a:endParaRPr lang="en-US" sz="2400" dirty="0">
              <a:latin typeface="Helvetica" panose="020B0604020202020204" pitchFamily="34" charset="0"/>
            </a:endParaRPr>
          </a:p>
          <a:p>
            <a:pPr algn="l"/>
            <a:r>
              <a:rPr lang="en-IN" sz="1800" b="0" i="0" u="none" strike="noStrike" baseline="0" dirty="0">
                <a:latin typeface="TT173t00"/>
              </a:rPr>
              <a:t>java Hello Suryanarayana IARE</a:t>
            </a:r>
          </a:p>
          <a:p>
            <a:pPr algn="l"/>
            <a:r>
              <a:rPr lang="en-IN" sz="1800" b="0" i="0" u="none" strike="noStrike" baseline="0" dirty="0">
                <a:latin typeface="TT173t00"/>
              </a:rPr>
              <a:t>java Hello “Suryanarayana IARE"</a:t>
            </a:r>
            <a:endParaRPr lang="en-IN" sz="2400" dirty="0"/>
          </a:p>
        </p:txBody>
      </p:sp>
      <p:sp>
        <p:nvSpPr>
          <p:cNvPr id="2" name="Footer Placeholder 1">
            <a:extLst>
              <a:ext uri="{FF2B5EF4-FFF2-40B4-BE49-F238E27FC236}">
                <a16:creationId xmlns:a16="http://schemas.microsoft.com/office/drawing/2014/main" xmlns="" id="{8F7DB848-6842-1F95-0199-203834A5E665}"/>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901362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xmlns=""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xmlns=""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xmlns=""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b="1" dirty="0" smtClean="0">
                  <a:solidFill>
                    <a:schemeClr val="bg1"/>
                  </a:solidFill>
                  <a:latin typeface="Bookman Old Style" panose="02050604050505020204" pitchFamily="18" charset="0"/>
                </a:rPr>
                <a:t>Hello Program</a:t>
              </a:r>
              <a:endParaRPr lang="en-US"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xmlns=""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xmlns=""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xmlns=""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xmlns=""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xmlns=""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xmlns=""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xmlns=""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xmlns="" id="{576829B0-3EDD-4874-A380-B94C3CAC54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7" name="TextBox 26">
            <a:extLst>
              <a:ext uri="{FF2B5EF4-FFF2-40B4-BE49-F238E27FC236}">
                <a16:creationId xmlns:a16="http://schemas.microsoft.com/office/drawing/2014/main" xmlns="" id="{1CA9E27B-21BF-4C5F-B264-677E6394AC86}"/>
              </a:ext>
            </a:extLst>
          </p:cNvPr>
          <p:cNvSpPr txBox="1"/>
          <p:nvPr/>
        </p:nvSpPr>
        <p:spPr>
          <a:xfrm>
            <a:off x="1253933" y="827553"/>
            <a:ext cx="9311093" cy="400110"/>
          </a:xfrm>
          <a:prstGeom prst="rect">
            <a:avLst/>
          </a:prstGeom>
          <a:noFill/>
        </p:spPr>
        <p:txBody>
          <a:bodyPr wrap="square" rtlCol="0">
            <a:spAutoFit/>
          </a:bodyPr>
          <a:lstStyle/>
          <a:p>
            <a:pPr marL="457200" indent="-457200">
              <a:buFont typeface="Wingdings" panose="05000000000000000000" pitchFamily="2" charset="2"/>
              <a:buChar char="v"/>
            </a:pPr>
            <a:r>
              <a:rPr lang="en-IN" sz="2000" b="1" dirty="0"/>
              <a:t>Hello Program Execution (reading input from </a:t>
            </a:r>
            <a:r>
              <a:rPr lang="en-IN" sz="2000" b="1" dirty="0" smtClean="0"/>
              <a:t>STDIN using Scanner class</a:t>
            </a:r>
            <a:r>
              <a:rPr lang="en-US" sz="2000" b="1" dirty="0" smtClean="0">
                <a:latin typeface="Arial" panose="020B0604020202020204" pitchFamily="34" charset="0"/>
                <a:cs typeface="Arial" panose="020B0604020202020204" pitchFamily="34" charset="0"/>
              </a:rPr>
              <a:t>)</a:t>
            </a:r>
            <a:endParaRPr lang="en-IN" sz="2000" b="1" dirty="0"/>
          </a:p>
        </p:txBody>
      </p:sp>
      <p:sp>
        <p:nvSpPr>
          <p:cNvPr id="25" name="TextBox 24">
            <a:extLst>
              <a:ext uri="{FF2B5EF4-FFF2-40B4-BE49-F238E27FC236}">
                <a16:creationId xmlns:a16="http://schemas.microsoft.com/office/drawing/2014/main" xmlns="" id="{81096980-AF2F-4966-BC07-EE525833223C}"/>
              </a:ext>
            </a:extLst>
          </p:cNvPr>
          <p:cNvSpPr txBox="1"/>
          <p:nvPr/>
        </p:nvSpPr>
        <p:spPr>
          <a:xfrm>
            <a:off x="1613646" y="1218567"/>
            <a:ext cx="7503459" cy="5447645"/>
          </a:xfrm>
          <a:prstGeom prst="rect">
            <a:avLst/>
          </a:prstGeom>
          <a:noFill/>
        </p:spPr>
        <p:txBody>
          <a:bodyPr wrap="square">
            <a:spAutoFit/>
          </a:bodyPr>
          <a:lstStyle/>
          <a:p>
            <a:r>
              <a:rPr lang="en-US" sz="2400" dirty="0">
                <a:latin typeface="TT173t00"/>
              </a:rPr>
              <a:t>D:\active\first\</a:t>
            </a:r>
            <a:endParaRPr lang="en-US" sz="2400" b="0" i="0" u="none" strike="noStrike" baseline="0" dirty="0">
              <a:latin typeface="TT173t00"/>
            </a:endParaRPr>
          </a:p>
          <a:p>
            <a:pPr algn="l"/>
            <a:r>
              <a:rPr lang="en-IN" sz="2400" b="0" i="0" u="none" strike="noStrike" baseline="0" dirty="0">
                <a:latin typeface="TT173t00"/>
              </a:rPr>
              <a:t>// Hello.java</a:t>
            </a:r>
          </a:p>
          <a:p>
            <a:pPr algn="l"/>
            <a:r>
              <a:rPr lang="en-IN" sz="2400" dirty="0">
                <a:latin typeface="TT173t00"/>
              </a:rPr>
              <a:t>import java.util.*</a:t>
            </a:r>
            <a:endParaRPr lang="en-IN" sz="2400" b="0" i="0" u="none" strike="noStrike" baseline="0" dirty="0">
              <a:latin typeface="TT173t00"/>
            </a:endParaRPr>
          </a:p>
          <a:p>
            <a:pPr algn="l"/>
            <a:r>
              <a:rPr lang="en-IN" sz="2400" b="0" i="0" u="none" strike="noStrike" baseline="0" dirty="0">
                <a:latin typeface="TT173t00"/>
              </a:rPr>
              <a:t>class Hello {</a:t>
            </a:r>
          </a:p>
          <a:p>
            <a:pPr algn="l"/>
            <a:r>
              <a:rPr lang="en-US" sz="2400" b="0" i="0" u="none" strike="noStrike" baseline="0" dirty="0">
                <a:latin typeface="TT173t00"/>
              </a:rPr>
              <a:t>	public static void main(String rags[]) {</a:t>
            </a:r>
          </a:p>
          <a:p>
            <a:pPr algn="l"/>
            <a:r>
              <a:rPr lang="en-US" sz="2400" dirty="0">
                <a:latin typeface="TT173t00"/>
              </a:rPr>
              <a:t>		Scanner </a:t>
            </a:r>
            <a:r>
              <a:rPr lang="en-US" sz="2400" dirty="0" err="1">
                <a:latin typeface="TT173t00"/>
              </a:rPr>
              <a:t>sc</a:t>
            </a:r>
            <a:r>
              <a:rPr lang="en-US" sz="2400" dirty="0">
                <a:latin typeface="TT173t00"/>
              </a:rPr>
              <a:t>=new Scanner(System.in);</a:t>
            </a:r>
            <a:endParaRPr lang="en-US" sz="2400" b="0" i="0" u="none" strike="noStrike" baseline="0" dirty="0">
              <a:latin typeface="TT173t00"/>
            </a:endParaRPr>
          </a:p>
          <a:p>
            <a:pPr algn="l"/>
            <a:r>
              <a:rPr lang="en-IN" sz="2400" b="0" i="0" u="none" strike="noStrike" baseline="0" dirty="0">
                <a:latin typeface="TT173t00"/>
              </a:rPr>
              <a:t>		System.out.println(“Enter your name”);</a:t>
            </a:r>
          </a:p>
          <a:p>
            <a:pPr algn="l"/>
            <a:r>
              <a:rPr lang="en-IN" sz="2400" dirty="0">
                <a:latin typeface="TT173t00"/>
              </a:rPr>
              <a:t>		String name=</a:t>
            </a:r>
            <a:r>
              <a:rPr lang="en-IN" sz="2400" dirty="0" err="1">
                <a:latin typeface="TT173t00"/>
              </a:rPr>
              <a:t>sc.next</a:t>
            </a:r>
            <a:r>
              <a:rPr lang="en-IN" sz="2400" dirty="0">
                <a:latin typeface="TT173t00"/>
              </a:rPr>
              <a:t>();</a:t>
            </a:r>
            <a:endParaRPr lang="en-IN" sz="2400" b="0" i="0" u="none" strike="noStrike" baseline="0" dirty="0">
              <a:latin typeface="TT173t00"/>
            </a:endParaRPr>
          </a:p>
          <a:p>
            <a:r>
              <a:rPr lang="en-IN" sz="2400" b="0" i="0" u="none" strike="noStrike" baseline="0" dirty="0">
                <a:latin typeface="TT173t00"/>
              </a:rPr>
              <a:t>		System.out.println("Hello "+name);</a:t>
            </a:r>
          </a:p>
          <a:p>
            <a:pPr algn="l"/>
            <a:r>
              <a:rPr lang="en-IN" sz="2400" b="0" i="0" u="none" strike="noStrike" baseline="0" dirty="0">
                <a:latin typeface="TT173t00"/>
              </a:rPr>
              <a:t>	}</a:t>
            </a:r>
          </a:p>
          <a:p>
            <a:pPr algn="l"/>
            <a:r>
              <a:rPr lang="en-IN" sz="2400" b="0" i="0" u="none" strike="noStrike" baseline="0" dirty="0">
                <a:latin typeface="TT173t00"/>
              </a:rPr>
              <a:t>}</a:t>
            </a:r>
          </a:p>
          <a:p>
            <a:pPr algn="l"/>
            <a:endParaRPr lang="en-IN" sz="2400" b="0" i="0" u="none" strike="noStrike" baseline="0" dirty="0">
              <a:latin typeface="TT173t00"/>
            </a:endParaRPr>
          </a:p>
          <a:p>
            <a:pPr algn="l"/>
            <a:r>
              <a:rPr lang="en-US" sz="2400" b="0" i="0" u="none" strike="noStrike" baseline="0" dirty="0">
                <a:latin typeface="Helvetica" panose="020B0604020202020204" pitchFamily="34" charset="0"/>
              </a:rPr>
              <a:t>Open command prompt, logon to hello directory</a:t>
            </a:r>
          </a:p>
          <a:p>
            <a:pPr algn="l"/>
            <a:r>
              <a:rPr lang="en-IN" sz="1800" b="0" i="0" u="none" strike="noStrike" baseline="0" dirty="0" err="1">
                <a:latin typeface="TT173t00"/>
              </a:rPr>
              <a:t>javac</a:t>
            </a:r>
            <a:r>
              <a:rPr lang="en-IN" sz="1800" b="0" i="0" u="none" strike="noStrike" baseline="0" dirty="0">
                <a:latin typeface="TT173t00"/>
              </a:rPr>
              <a:t> Hello.java</a:t>
            </a:r>
            <a:endParaRPr lang="en-US" sz="2400" dirty="0">
              <a:latin typeface="Helvetica" panose="020B0604020202020204" pitchFamily="34" charset="0"/>
            </a:endParaRPr>
          </a:p>
          <a:p>
            <a:pPr algn="l"/>
            <a:r>
              <a:rPr lang="en-IN" sz="1800" b="0" i="0" u="none" strike="noStrike" baseline="0" dirty="0">
                <a:latin typeface="TT173t00"/>
              </a:rPr>
              <a:t>java Hello</a:t>
            </a:r>
          </a:p>
        </p:txBody>
      </p:sp>
      <p:sp>
        <p:nvSpPr>
          <p:cNvPr id="2" name="Footer Placeholder 1">
            <a:extLst>
              <a:ext uri="{FF2B5EF4-FFF2-40B4-BE49-F238E27FC236}">
                <a16:creationId xmlns:a16="http://schemas.microsoft.com/office/drawing/2014/main" xmlns="" id="{BA2EB0EB-3640-18B4-5B28-CA92D144AE38}"/>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668317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824</TotalTime>
  <Words>1266</Words>
  <Application>Microsoft Office PowerPoint</Application>
  <PresentationFormat>Custom</PresentationFormat>
  <Paragraphs>237</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ICT_4</dc:creator>
  <cp:lastModifiedBy>dell1</cp:lastModifiedBy>
  <cp:revision>62</cp:revision>
  <dcterms:created xsi:type="dcterms:W3CDTF">2021-09-13T09:22:41Z</dcterms:created>
  <dcterms:modified xsi:type="dcterms:W3CDTF">2024-09-21T17:56:17Z</dcterms:modified>
</cp:coreProperties>
</file>