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15" r:id="rId3"/>
    <p:sldId id="306" r:id="rId4"/>
    <p:sldId id="307" r:id="rId5"/>
    <p:sldId id="308" r:id="rId6"/>
    <p:sldId id="30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1737-1EC5-1603-A4BF-9DB38606D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1D65C-06C6-EDAD-CB82-F0F047690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74760-B155-3B54-4F67-85EF52CA6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7FB0D-1161-9F02-844E-2B1BAC7B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82495-6190-22B8-39DA-AB948211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840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F78F-743C-3AD7-55F8-379A2415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685DC-A578-5DE8-BA88-C0652BF3F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1423D-0FAD-C9FC-099D-D005F8C8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E5BA9-8E4A-F976-0C82-3185F355C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AF36-7BAA-2F7D-5ADA-7364B603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416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09F96-3321-059D-5786-84E6598AF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21FC0-E799-3989-EE29-05FE759F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D7203-6569-B783-FFDF-C14899C0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253D-77BC-198F-5C29-E7B8B2F0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3D566-CFB1-8F4D-D586-081742104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984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92E6B-F064-0045-E5CD-4724870F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FA202-25D6-92B1-D529-578F03708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7B7F2-7F6E-1F0D-7668-7798800E0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F61EF-D649-9159-B363-15C51E686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4D2A6-B6F1-5C1B-DFD4-38ABDD8B0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706B7-8F4E-41B7-61A0-10AB1E5B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26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4ADF6-42CA-2DC7-A7B1-BBC07D22A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362B1-CD14-B9D7-CDBA-1EAF7AAEA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39D4A-DC4D-7E12-E746-00930517E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5D15F-AFF5-A086-D9EA-2E8EBB753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0E4C3F-5697-22B3-446E-6C5B8189CF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96BFA1-1337-3B22-468D-B8FC6420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3159A7-3154-36D3-FCFD-7B74A362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CBDC2-BEDE-3B82-227A-DBB534AE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544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A1DF-0763-209B-A8C9-DCE2B2D8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99BB28-8727-ADFB-B67E-07DD06DF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A110E-7B25-C2B9-5543-6E2F70CF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DFE72-8994-DEE4-B650-458720A9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161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BD3FB-28A6-30B5-A6D3-EE18DF59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A27C3B-F7A2-9009-A88B-FB29D2F02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FED06-F911-DF00-0EA6-6A67444AA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670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E9B6-D291-C855-A5CE-A30E19ED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6A988-C621-1830-2910-B210F8431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A6837-3452-3204-A633-74D228DBC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F150B-7F64-F83A-30B7-44C7C9C9D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55DFC-D3D7-C66C-F90A-C2B11153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1F811-8E50-B4F3-9E0C-8359F8A0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313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38DC-ED52-833C-6E2A-F6606E2C8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17AF6-5090-A051-5C83-C5AF01737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B6E5E-4E2F-A611-D981-4DEF0B40E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9DEB6-0C83-A8E7-58C1-731BD030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80613-F3CA-E014-6DDF-A9A697B1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61755-A9FF-481E-DE03-26776EFC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514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600A-28FC-50B8-DC0D-C1798B37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1A3D3-3FC2-162C-DDF1-79D41990F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03FDA-93C5-F439-4636-3C0ADCAD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D724F-35B7-14D0-9446-F5FED8C4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AF03C-3AF2-48BD-8965-B00EC6CC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52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D3A546-5B42-4C4E-0AE5-40C5740884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F6551-09DE-1905-C5D3-E3A713C59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FFC11-D4BB-C524-5329-075F66DEA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8A9AD-0489-FE4F-B405-15F11916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24D80-A805-9384-28D4-8D12F905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87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7A567-4C23-B832-CD5D-05197B599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42CB0-64B6-9C71-089A-F4950F9A7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0250E-E575-F2CB-7870-2B8869E9C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94DFF-D8A5-461E-89C4-BC87EF40C20D}" type="datetimeFigureOut">
              <a:rPr lang="en-IN" smtClean="0"/>
              <a:t>19-09-2022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90E89-FD46-646C-2063-53FFF28DB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E28A0-505A-133D-4BE9-F7A20759F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420FB-1369-48E4-8B33-7D65C92E4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168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static block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C5097C5-E674-46AF-130F-04AF689E4584}"/>
              </a:ext>
            </a:extLst>
          </p:cNvPr>
          <p:cNvSpPr txBox="1"/>
          <p:nvPr/>
        </p:nvSpPr>
        <p:spPr>
          <a:xfrm>
            <a:off x="1389649" y="1654483"/>
            <a:ext cx="77946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static &amp; non-static blocks</a:t>
            </a:r>
            <a:endParaRPr lang="en-US" sz="1000" b="1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-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Part V</a:t>
            </a:r>
            <a:endParaRPr lang="en-US" sz="3200" b="1" dirty="0">
              <a:solidFill>
                <a:srgbClr val="7030A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851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static block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627262F-CBE6-4A2F-A097-079E1CC2D7CE}"/>
              </a:ext>
            </a:extLst>
          </p:cNvPr>
          <p:cNvSpPr txBox="1"/>
          <p:nvPr/>
        </p:nvSpPr>
        <p:spPr>
          <a:xfrm>
            <a:off x="571500" y="1103247"/>
            <a:ext cx="8628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u="sng" dirty="0">
                <a:solidFill>
                  <a:srgbClr val="FF0000"/>
                </a:solidFill>
              </a:rPr>
              <a:t>static block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CD73A2-0263-4FF8-A5AB-619D003D49CF}"/>
              </a:ext>
            </a:extLst>
          </p:cNvPr>
          <p:cNvSpPr txBox="1"/>
          <p:nvPr/>
        </p:nvSpPr>
        <p:spPr>
          <a:xfrm>
            <a:off x="571500" y="1713456"/>
            <a:ext cx="86288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400" dirty="0"/>
              <a:t>static blocks will be executed at the time of class loading.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400" dirty="0"/>
              <a:t>non-static blocks are also called as constructor blocks which will execute before constructor execution. constructor is used while creating object of the class.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4606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static block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827FA93-1387-4F60-98E9-DBFC50E7F974}"/>
              </a:ext>
            </a:extLst>
          </p:cNvPr>
          <p:cNvSpPr txBox="1"/>
          <p:nvPr/>
        </p:nvSpPr>
        <p:spPr>
          <a:xfrm>
            <a:off x="571500" y="798447"/>
            <a:ext cx="8628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u="sng" dirty="0">
                <a:solidFill>
                  <a:srgbClr val="FF0000"/>
                </a:solidFill>
              </a:rPr>
              <a:t>static block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93D34C-BD2B-4615-A67B-D91F93CCEB64}"/>
              </a:ext>
            </a:extLst>
          </p:cNvPr>
          <p:cNvSpPr txBox="1"/>
          <p:nvPr/>
        </p:nvSpPr>
        <p:spPr>
          <a:xfrm>
            <a:off x="571500" y="1375809"/>
            <a:ext cx="46763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E {</a:t>
            </a:r>
          </a:p>
          <a:p>
            <a:endParaRPr lang="en-IN" dirty="0"/>
          </a:p>
          <a:p>
            <a:r>
              <a:rPr lang="en-IN" dirty="0"/>
              <a:t>  static {</a:t>
            </a:r>
          </a:p>
          <a:p>
            <a:r>
              <a:rPr lang="en-IN" dirty="0"/>
              <a:t>    System.out.println("first static block of E");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E() {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static {</a:t>
            </a:r>
          </a:p>
          <a:p>
            <a:r>
              <a:rPr lang="en-IN" dirty="0"/>
              <a:t>    System.out.println("second static block of E");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165BC5-C2F9-468A-B004-8C0CBC6AABA0}"/>
              </a:ext>
            </a:extLst>
          </p:cNvPr>
          <p:cNvSpPr txBox="1"/>
          <p:nvPr/>
        </p:nvSpPr>
        <p:spPr>
          <a:xfrm>
            <a:off x="6581843" y="1434042"/>
            <a:ext cx="39127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F {</a:t>
            </a:r>
          </a:p>
          <a:p>
            <a:r>
              <a:rPr lang="en-IN" dirty="0"/>
              <a:t>  E </a:t>
            </a:r>
            <a:r>
              <a:rPr lang="en-IN" dirty="0" err="1"/>
              <a:t>e</a:t>
            </a:r>
            <a:r>
              <a:rPr lang="en-IN" dirty="0"/>
              <a:t>;</a:t>
            </a:r>
          </a:p>
          <a:p>
            <a:r>
              <a:rPr lang="en-IN" dirty="0"/>
              <a:t>  public static void main(String rags[]) {</a:t>
            </a:r>
          </a:p>
          <a:p>
            <a:r>
              <a:rPr lang="en-IN" dirty="0"/>
              <a:t>   E e=new E();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820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static block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0B0297A-A7B2-4504-8F52-15E9204E0BF5}"/>
              </a:ext>
            </a:extLst>
          </p:cNvPr>
          <p:cNvSpPr txBox="1"/>
          <p:nvPr/>
        </p:nvSpPr>
        <p:spPr>
          <a:xfrm>
            <a:off x="571500" y="798447"/>
            <a:ext cx="8628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u="sng" dirty="0">
                <a:solidFill>
                  <a:srgbClr val="FF0000"/>
                </a:solidFill>
              </a:rPr>
              <a:t>static block Example: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547A00-26AA-4435-833E-E4B6D93DF047}"/>
              </a:ext>
            </a:extLst>
          </p:cNvPr>
          <p:cNvSpPr txBox="1"/>
          <p:nvPr/>
        </p:nvSpPr>
        <p:spPr>
          <a:xfrm>
            <a:off x="301488" y="1321667"/>
            <a:ext cx="5537489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// StaticExample.java</a:t>
            </a:r>
          </a:p>
          <a:p>
            <a:r>
              <a:rPr lang="en-IN" sz="1600" dirty="0"/>
              <a:t>public class </a:t>
            </a:r>
            <a:r>
              <a:rPr lang="en-IN" sz="1600" dirty="0" err="1"/>
              <a:t>StaticExample</a:t>
            </a:r>
            <a:r>
              <a:rPr lang="en-IN" sz="1600" dirty="0"/>
              <a:t> {</a:t>
            </a:r>
          </a:p>
          <a:p>
            <a:endParaRPr lang="en-IN" sz="1600" dirty="0"/>
          </a:p>
          <a:p>
            <a:r>
              <a:rPr lang="en-IN" sz="1600" dirty="0"/>
              <a:t>  static {</a:t>
            </a:r>
          </a:p>
          <a:p>
            <a:r>
              <a:rPr lang="en-IN" sz="1600" dirty="0"/>
              <a:t>    System.out.println("This is first static block");</a:t>
            </a:r>
          </a:p>
          <a:p>
            <a:r>
              <a:rPr lang="en-IN" sz="1600" dirty="0"/>
              <a:t>  }</a:t>
            </a:r>
          </a:p>
          <a:p>
            <a:r>
              <a:rPr lang="en-IN" sz="1600" dirty="0"/>
              <a:t>  </a:t>
            </a:r>
          </a:p>
          <a:p>
            <a:r>
              <a:rPr lang="en-IN" sz="1600" dirty="0"/>
              <a:t>  public </a:t>
            </a:r>
            <a:r>
              <a:rPr lang="en-IN" sz="1600" dirty="0" err="1"/>
              <a:t>StaticExample</a:t>
            </a:r>
            <a:r>
              <a:rPr lang="en-IN" sz="1600" dirty="0"/>
              <a:t>() {</a:t>
            </a:r>
          </a:p>
          <a:p>
            <a:r>
              <a:rPr lang="en-IN" sz="1600" dirty="0"/>
              <a:t>    System.out.println("This is </a:t>
            </a:r>
            <a:r>
              <a:rPr lang="en-IN" sz="1600" dirty="0" err="1"/>
              <a:t>StaticExample</a:t>
            </a:r>
            <a:r>
              <a:rPr lang="en-IN" sz="1600" dirty="0"/>
              <a:t> class constructor");</a:t>
            </a:r>
          </a:p>
          <a:p>
            <a:r>
              <a:rPr lang="en-IN" sz="1600" dirty="0"/>
              <a:t>  }</a:t>
            </a:r>
          </a:p>
          <a:p>
            <a:r>
              <a:rPr lang="en-IN" sz="1600" dirty="0"/>
              <a:t>  </a:t>
            </a:r>
          </a:p>
          <a:p>
            <a:r>
              <a:rPr lang="en-IN" sz="1600" dirty="0"/>
              <a:t>  public static String </a:t>
            </a:r>
            <a:r>
              <a:rPr lang="en-IN" sz="1600" dirty="0" err="1"/>
              <a:t>staticString</a:t>
            </a:r>
            <a:r>
              <a:rPr lang="en-IN" sz="1600" dirty="0"/>
              <a:t>="Static variable";</a:t>
            </a:r>
          </a:p>
          <a:p>
            <a:r>
              <a:rPr lang="en-IN" sz="1600" dirty="0"/>
              <a:t>  </a:t>
            </a:r>
          </a:p>
          <a:p>
            <a:r>
              <a:rPr lang="en-IN" sz="1600" dirty="0"/>
              <a:t>  static {</a:t>
            </a:r>
          </a:p>
          <a:p>
            <a:r>
              <a:rPr lang="en-IN" sz="1600" dirty="0"/>
              <a:t>    System.out.println("This is second static block "+</a:t>
            </a:r>
            <a:r>
              <a:rPr lang="en-IN" sz="1600" dirty="0" err="1"/>
              <a:t>staticString</a:t>
            </a:r>
            <a:r>
              <a:rPr lang="en-IN" sz="1600" dirty="0"/>
              <a:t>);</a:t>
            </a:r>
          </a:p>
          <a:p>
            <a:r>
              <a:rPr lang="en-IN" sz="1600" dirty="0"/>
              <a:t>  }</a:t>
            </a:r>
          </a:p>
          <a:p>
            <a:r>
              <a:rPr lang="en-IN" sz="1600" dirty="0"/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2D3DA8-49EE-4D76-BADE-71C1B5A31BFE}"/>
              </a:ext>
            </a:extLst>
          </p:cNvPr>
          <p:cNvSpPr txBox="1"/>
          <p:nvPr/>
        </p:nvSpPr>
        <p:spPr>
          <a:xfrm>
            <a:off x="5756675" y="683442"/>
            <a:ext cx="452701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dirty="0"/>
          </a:p>
          <a:p>
            <a:r>
              <a:rPr lang="en-IN" sz="1400" dirty="0"/>
              <a:t>  public static void main(String rags[])  {</a:t>
            </a:r>
          </a:p>
          <a:p>
            <a:r>
              <a:rPr lang="en-IN" sz="1400" dirty="0"/>
              <a:t>     </a:t>
            </a:r>
            <a:r>
              <a:rPr lang="en-IN" sz="1400" dirty="0" err="1"/>
              <a:t>StaticExample</a:t>
            </a:r>
            <a:r>
              <a:rPr lang="en-IN" sz="1400" dirty="0"/>
              <a:t> se=new  </a:t>
            </a:r>
            <a:r>
              <a:rPr lang="en-IN" sz="1400" dirty="0" err="1"/>
              <a:t>StaticExample</a:t>
            </a:r>
            <a:r>
              <a:rPr lang="en-IN" sz="1400" dirty="0"/>
              <a:t>();</a:t>
            </a:r>
          </a:p>
          <a:p>
            <a:r>
              <a:rPr lang="en-IN" sz="1400" dirty="0"/>
              <a:t>     StaticExample.staticMethod2();</a:t>
            </a:r>
          </a:p>
          <a:p>
            <a:r>
              <a:rPr lang="en-IN" sz="1400" dirty="0"/>
              <a:t>  }</a:t>
            </a:r>
          </a:p>
          <a:p>
            <a:r>
              <a:rPr lang="en-IN" sz="1400" dirty="0"/>
              <a:t>  </a:t>
            </a:r>
          </a:p>
          <a:p>
            <a:r>
              <a:rPr lang="en-IN" sz="1400" dirty="0"/>
              <a:t>  static {		</a:t>
            </a:r>
          </a:p>
          <a:p>
            <a:r>
              <a:rPr lang="en-IN" sz="1400" dirty="0"/>
              <a:t>     staticMethod1();	</a:t>
            </a:r>
          </a:p>
          <a:p>
            <a:r>
              <a:rPr lang="en-IN" sz="1400" dirty="0"/>
              <a:t>     System.out.println("This is third static block");	</a:t>
            </a:r>
          </a:p>
          <a:p>
            <a:r>
              <a:rPr lang="en-IN" sz="1400" dirty="0"/>
              <a:t>  }</a:t>
            </a:r>
          </a:p>
          <a:p>
            <a:r>
              <a:rPr lang="en-IN" sz="1400" dirty="0"/>
              <a:t>  </a:t>
            </a:r>
          </a:p>
          <a:p>
            <a:r>
              <a:rPr lang="en-IN" sz="1400" dirty="0"/>
              <a:t>  public static void staticMethod1() {  </a:t>
            </a:r>
          </a:p>
          <a:p>
            <a:r>
              <a:rPr lang="en-IN" sz="1400" dirty="0"/>
              <a:t>    System.out.println("This is staticMethod1()");	</a:t>
            </a:r>
          </a:p>
          <a:p>
            <a:r>
              <a:rPr lang="en-IN" sz="1400" dirty="0"/>
              <a:t>  }</a:t>
            </a:r>
          </a:p>
          <a:p>
            <a:r>
              <a:rPr lang="en-IN" sz="1400" dirty="0"/>
              <a:t>  </a:t>
            </a:r>
          </a:p>
          <a:p>
            <a:r>
              <a:rPr lang="en-IN" sz="1400" dirty="0"/>
              <a:t>  public static void staticMethod2() {  </a:t>
            </a:r>
          </a:p>
          <a:p>
            <a:r>
              <a:rPr lang="en-IN" sz="1400" dirty="0"/>
              <a:t>    System.out.println("This is staticMethod2()”);	</a:t>
            </a:r>
          </a:p>
          <a:p>
            <a:r>
              <a:rPr lang="en-IN" sz="1400" dirty="0"/>
              <a:t>  }</a:t>
            </a:r>
          </a:p>
          <a:p>
            <a:r>
              <a:rPr lang="en-IN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3889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static block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E2FFC39-4F5D-47B2-8940-912BD9237508}"/>
              </a:ext>
            </a:extLst>
          </p:cNvPr>
          <p:cNvSpPr txBox="1"/>
          <p:nvPr/>
        </p:nvSpPr>
        <p:spPr>
          <a:xfrm>
            <a:off x="571500" y="1010481"/>
            <a:ext cx="8628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u="sng" dirty="0">
                <a:solidFill>
                  <a:srgbClr val="FF0000"/>
                </a:solidFill>
              </a:rPr>
              <a:t>static block Example: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359D7A-883F-480F-99BD-19B0870459B0}"/>
              </a:ext>
            </a:extLst>
          </p:cNvPr>
          <p:cNvSpPr txBox="1"/>
          <p:nvPr/>
        </p:nvSpPr>
        <p:spPr>
          <a:xfrm>
            <a:off x="571500" y="1611667"/>
            <a:ext cx="91821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Note: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static blocks are mainly used to load native libraries into java program. Native libraries files contains functions implemented in C++/VC++. We can connect them through native methods declared in Java class.</a:t>
            </a:r>
          </a:p>
        </p:txBody>
      </p:sp>
    </p:spTree>
    <p:extLst>
      <p:ext uri="{BB962C8B-B14F-4D97-AF65-F5344CB8AC3E}">
        <p14:creationId xmlns:p14="http://schemas.microsoft.com/office/powerpoint/2010/main" val="303719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latin typeface="Bookman Old Style" panose="02050604050505020204" pitchFamily="18" charset="0"/>
                </a:rPr>
                <a:t>non-static </a:t>
              </a:r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block</a:t>
              </a:r>
              <a:endParaRPr lang="en-US" sz="10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F303029-46ED-48B5-8CAD-6948C9BAC992}"/>
              </a:ext>
            </a:extLst>
          </p:cNvPr>
          <p:cNvSpPr txBox="1"/>
          <p:nvPr/>
        </p:nvSpPr>
        <p:spPr>
          <a:xfrm>
            <a:off x="571500" y="798447"/>
            <a:ext cx="8628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u="sng" dirty="0">
                <a:solidFill>
                  <a:srgbClr val="FF0000"/>
                </a:solidFill>
              </a:rPr>
              <a:t>non-static block: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6C7F28-BAAE-4CEA-864D-2EF08F3719C3}"/>
              </a:ext>
            </a:extLst>
          </p:cNvPr>
          <p:cNvSpPr txBox="1"/>
          <p:nvPr/>
        </p:nvSpPr>
        <p:spPr>
          <a:xfrm>
            <a:off x="571500" y="1350996"/>
            <a:ext cx="37487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Non-static blocks are also called as Constructor blocks. </a:t>
            </a:r>
            <a:endParaRPr lang="en-IN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D49FDB-6DAF-4625-A97C-12720CEE0821}"/>
              </a:ext>
            </a:extLst>
          </p:cNvPr>
          <p:cNvSpPr txBox="1"/>
          <p:nvPr/>
        </p:nvSpPr>
        <p:spPr>
          <a:xfrm>
            <a:off x="5340791" y="895022"/>
            <a:ext cx="616888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// ConstructorBlockExample.java</a:t>
            </a:r>
          </a:p>
          <a:p>
            <a:r>
              <a:rPr lang="en-IN" sz="1200" dirty="0"/>
              <a:t>public class </a:t>
            </a:r>
            <a:r>
              <a:rPr lang="en-IN" sz="1200" dirty="0" err="1"/>
              <a:t>ConstructorBlockExample</a:t>
            </a:r>
            <a:r>
              <a:rPr lang="en-IN" sz="1200" dirty="0"/>
              <a:t> {</a:t>
            </a:r>
          </a:p>
          <a:p>
            <a:endParaRPr lang="en-IN" sz="1200" dirty="0"/>
          </a:p>
          <a:p>
            <a:r>
              <a:rPr lang="en-IN" sz="1200" dirty="0"/>
              <a:t>   // non-static blocks / constructor blocks are open and closed with flower braces without static keyword.</a:t>
            </a:r>
          </a:p>
          <a:p>
            <a:endParaRPr lang="en-IN" sz="1200" dirty="0"/>
          </a:p>
          <a:p>
            <a:r>
              <a:rPr lang="en-IN" sz="1200" dirty="0"/>
              <a:t>   {</a:t>
            </a:r>
          </a:p>
          <a:p>
            <a:r>
              <a:rPr lang="en-IN" sz="1200" dirty="0"/>
              <a:t>	 System.out.println("This is first constructor block");</a:t>
            </a:r>
          </a:p>
          <a:p>
            <a:r>
              <a:rPr lang="en-IN" sz="1200" dirty="0"/>
              <a:t>   }</a:t>
            </a:r>
          </a:p>
          <a:p>
            <a:endParaRPr lang="en-IN" sz="1200" dirty="0"/>
          </a:p>
          <a:p>
            <a:r>
              <a:rPr lang="en-IN" sz="1200" dirty="0"/>
              <a:t>   public </a:t>
            </a:r>
            <a:r>
              <a:rPr lang="en-IN" sz="1200" dirty="0" err="1"/>
              <a:t>ConstructorBlockExample</a:t>
            </a:r>
            <a:r>
              <a:rPr lang="en-IN" sz="1200" dirty="0"/>
              <a:t>() {</a:t>
            </a:r>
          </a:p>
          <a:p>
            <a:r>
              <a:rPr lang="en-IN" sz="1200" dirty="0"/>
              <a:t>	 System.out.println("public no parameter constructor called");</a:t>
            </a:r>
          </a:p>
          <a:p>
            <a:r>
              <a:rPr lang="en-IN" sz="1200" dirty="0"/>
              <a:t>   }</a:t>
            </a:r>
          </a:p>
          <a:p>
            <a:r>
              <a:rPr lang="en-IN" sz="1200" dirty="0"/>
              <a:t>   </a:t>
            </a:r>
          </a:p>
          <a:p>
            <a:r>
              <a:rPr lang="en-IN" sz="1200" dirty="0"/>
              <a:t>   public </a:t>
            </a:r>
            <a:r>
              <a:rPr lang="en-IN" sz="1200" dirty="0" err="1"/>
              <a:t>ConstructorBlockExample</a:t>
            </a:r>
            <a:r>
              <a:rPr lang="en-IN" sz="1200" dirty="0"/>
              <a:t>(String param1) {</a:t>
            </a:r>
          </a:p>
          <a:p>
            <a:r>
              <a:rPr lang="en-IN" sz="1200" dirty="0"/>
              <a:t>	 System.out.println("public single String parameter constructor called");</a:t>
            </a:r>
          </a:p>
          <a:p>
            <a:r>
              <a:rPr lang="en-IN" sz="1200" dirty="0"/>
              <a:t>  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24E2C3-C04D-475E-9BAC-44BF9D1EC6A5}"/>
              </a:ext>
            </a:extLst>
          </p:cNvPr>
          <p:cNvSpPr txBox="1"/>
          <p:nvPr/>
        </p:nvSpPr>
        <p:spPr>
          <a:xfrm>
            <a:off x="127703" y="3621190"/>
            <a:ext cx="596829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 public </a:t>
            </a:r>
            <a:r>
              <a:rPr lang="en-IN" sz="1200" dirty="0" err="1"/>
              <a:t>ConstructorBlockExample</a:t>
            </a:r>
            <a:r>
              <a:rPr lang="en-IN" sz="1200" dirty="0"/>
              <a:t>(String param1, String param2) {</a:t>
            </a:r>
          </a:p>
          <a:p>
            <a:r>
              <a:rPr lang="en-IN" sz="1200" dirty="0"/>
              <a:t>	 System.out.println("public two String parameter constructor called");</a:t>
            </a:r>
          </a:p>
          <a:p>
            <a:r>
              <a:rPr lang="en-IN" sz="1200" dirty="0"/>
              <a:t>   }</a:t>
            </a:r>
          </a:p>
          <a:p>
            <a:r>
              <a:rPr lang="en-IN" sz="1200" dirty="0"/>
              <a:t>   </a:t>
            </a:r>
          </a:p>
          <a:p>
            <a:r>
              <a:rPr lang="en-IN" sz="1200" dirty="0"/>
              <a:t>   {</a:t>
            </a:r>
          </a:p>
          <a:p>
            <a:r>
              <a:rPr lang="en-IN" sz="1200" dirty="0"/>
              <a:t>	 System.out.println("This is second constructor block");</a:t>
            </a:r>
          </a:p>
          <a:p>
            <a:r>
              <a:rPr lang="en-IN" sz="1200" dirty="0"/>
              <a:t>   }</a:t>
            </a:r>
          </a:p>
          <a:p>
            <a:r>
              <a:rPr lang="en-IN" sz="1200" dirty="0"/>
              <a:t>   </a:t>
            </a:r>
          </a:p>
          <a:p>
            <a:r>
              <a:rPr lang="en-IN" sz="1200" dirty="0"/>
              <a:t>   public static void main(String rags[]) {</a:t>
            </a:r>
          </a:p>
          <a:p>
            <a:r>
              <a:rPr lang="en-IN" sz="1200" dirty="0"/>
              <a:t>      </a:t>
            </a:r>
            <a:r>
              <a:rPr lang="en-IN" sz="1200" dirty="0" err="1"/>
              <a:t>ConstructorBlockExample</a:t>
            </a:r>
            <a:r>
              <a:rPr lang="en-IN" sz="1200" dirty="0"/>
              <a:t> </a:t>
            </a:r>
            <a:r>
              <a:rPr lang="en-IN" sz="1200" dirty="0" err="1"/>
              <a:t>cbe</a:t>
            </a:r>
            <a:r>
              <a:rPr lang="en-IN" sz="1200" dirty="0"/>
              <a:t>=new </a:t>
            </a:r>
            <a:r>
              <a:rPr lang="en-IN" sz="1200" dirty="0" err="1"/>
              <a:t>ConstructorBlockExample</a:t>
            </a:r>
            <a:r>
              <a:rPr lang="en-IN" sz="1200" dirty="0"/>
              <a:t>();</a:t>
            </a:r>
          </a:p>
          <a:p>
            <a:r>
              <a:rPr lang="en-IN" sz="1200" dirty="0"/>
              <a:t>      </a:t>
            </a:r>
            <a:r>
              <a:rPr lang="en-IN" sz="1200" dirty="0" err="1"/>
              <a:t>ConstructorBlockExample</a:t>
            </a:r>
            <a:r>
              <a:rPr lang="en-IN" sz="1200" dirty="0"/>
              <a:t> </a:t>
            </a:r>
            <a:r>
              <a:rPr lang="en-IN" sz="1200" dirty="0" err="1"/>
              <a:t>cbe</a:t>
            </a:r>
            <a:r>
              <a:rPr lang="en-IN" sz="1200" dirty="0"/>
              <a:t>=new </a:t>
            </a:r>
            <a:r>
              <a:rPr lang="en-IN" sz="1200" dirty="0" err="1"/>
              <a:t>ConstructorBlockExample</a:t>
            </a:r>
            <a:r>
              <a:rPr lang="en-IN" sz="1200" dirty="0"/>
              <a:t>("Argument1");</a:t>
            </a:r>
          </a:p>
          <a:p>
            <a:r>
              <a:rPr lang="en-IN" sz="1200" dirty="0"/>
              <a:t>      </a:t>
            </a:r>
            <a:r>
              <a:rPr lang="en-IN" sz="1200" dirty="0" err="1"/>
              <a:t>ConstructorBlockExample</a:t>
            </a:r>
            <a:r>
              <a:rPr lang="en-IN" sz="1200" dirty="0"/>
              <a:t> </a:t>
            </a:r>
            <a:r>
              <a:rPr lang="en-IN" sz="1200" dirty="0" err="1"/>
              <a:t>cbe</a:t>
            </a:r>
            <a:r>
              <a:rPr lang="en-IN" sz="1200" dirty="0"/>
              <a:t>=new </a:t>
            </a:r>
            <a:r>
              <a:rPr lang="en-IN" sz="1200" dirty="0" err="1"/>
              <a:t>ConstructorBlockExample</a:t>
            </a:r>
            <a:r>
              <a:rPr lang="en-IN" sz="1200" dirty="0"/>
              <a:t>("Argument1", "Argument2");</a:t>
            </a:r>
          </a:p>
          <a:p>
            <a:r>
              <a:rPr lang="en-IN" sz="1200" dirty="0"/>
              <a:t>   }   </a:t>
            </a:r>
          </a:p>
          <a:p>
            <a:r>
              <a:rPr lang="en-IN" sz="1200" dirty="0"/>
              <a:t>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4441CB-7D25-4749-A3BE-FC43BA52B08F}"/>
              </a:ext>
            </a:extLst>
          </p:cNvPr>
          <p:cNvSpPr txBox="1"/>
          <p:nvPr/>
        </p:nvSpPr>
        <p:spPr>
          <a:xfrm>
            <a:off x="5229974" y="4228842"/>
            <a:ext cx="40570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 err="1"/>
              <a:t>javac</a:t>
            </a:r>
            <a:r>
              <a:rPr lang="en-IN" b="1" dirty="0"/>
              <a:t> ConstructorBlockExample.java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During class compilation, compiler will copy all non-static block statements into every constructor before constructor written statements.</a:t>
            </a:r>
          </a:p>
        </p:txBody>
      </p:sp>
    </p:spTree>
    <p:extLst>
      <p:ext uri="{BB962C8B-B14F-4D97-AF65-F5344CB8AC3E}">
        <p14:creationId xmlns:p14="http://schemas.microsoft.com/office/powerpoint/2010/main" val="2831437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624</Words>
  <Application>Microsoft Office PowerPoint</Application>
  <PresentationFormat>Widescreen</PresentationFormat>
  <Paragraphs>114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Bookman Old Style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nivas .</dc:creator>
  <cp:lastModifiedBy>nivas .</cp:lastModifiedBy>
  <cp:revision>1</cp:revision>
  <dcterms:created xsi:type="dcterms:W3CDTF">2022-09-19T15:48:31Z</dcterms:created>
  <dcterms:modified xsi:type="dcterms:W3CDTF">2022-09-19T15:52:50Z</dcterms:modified>
</cp:coreProperties>
</file>