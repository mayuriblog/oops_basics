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7" r:id="rId5"/>
    <p:sldId id="274" r:id="rId6"/>
    <p:sldId id="281" r:id="rId7"/>
    <p:sldId id="275" r:id="rId8"/>
    <p:sldId id="276" r:id="rId9"/>
    <p:sldId id="277" r:id="rId10"/>
    <p:sldId id="271" r:id="rId11"/>
    <p:sldId id="258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6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7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4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5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2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7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5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8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4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2B8CC-0CE7-4FCE-9934-0CACCB67E40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9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PriorityQueue&amp;biw=1396&amp;bih=670&amp;sca_esv=ae9ad31c0e81471d&amp;ei=qKQOaZKcK-i7seMPkPqtqA4&amp;ved=2ahUKEwjlg8rzwOGQAxUwxzgGHcgMD1UQgK4QegQIARAF&amp;uact=5&amp;oq=Queue+interface+in+collection+framework&amp;gs_lp=Egxnd3Mtd2l6LXNlcnAiJ1F1ZXVlIGludGVyZmFjZSBpbiBjb2xsZWN0aW9uIGZyYW1ld29yazILEAAYgAQYigUYkQIyBhAAGAgYHjILEAAYgAQYigUYhgMyCxAAGIAEGIoFGIYDMggQABiABBiiBDIIEAAYgAQYogRI1QpQAFjLBHAAeAGQAQCYAYgCoAGcB6oBBTAuNC4xuAEDyAEA-AEBmAIBoAKlAZgDAJIHAzAuMaAHiBqyBwMwLjG4B6UBwgcDMi0xyAcH&amp;sclient=gws-wiz-serp&amp;mstk=AUtExfAlIs1zeWO4vwecoWcMjtB-yqpYply_jrikMXKioKvtcZgmvGNkibkPbfogK07ywXnivCBubAietXXmBeMyeEY7s25GB7kjTd7INV6bJSXlXGm2Qzcdn_ZuBlkYvXrq6cwHsGUFPnxMyHG5CdKm8-5deNt4rNdt7af6AbUH1gbkQ_w&amp;csui=3" TargetMode="External"/><Relationship Id="rId2" Type="http://schemas.openxmlformats.org/officeDocument/2006/relationships/hyperlink" Target="https://www.google.com/search?q=LinkedList&amp;biw=1396&amp;bih=670&amp;sca_esv=ae9ad31c0e81471d&amp;ei=qKQOaZKcK-i7seMPkPqtqA4&amp;ved=2ahUKEwjlg8rzwOGQAxUwxzgGHcgMD1UQgK4QegQIARAE&amp;uact=5&amp;oq=Queue+interface+in+collection+framework&amp;gs_lp=Egxnd3Mtd2l6LXNlcnAiJ1F1ZXVlIGludGVyZmFjZSBpbiBjb2xsZWN0aW9uIGZyYW1ld29yazILEAAYgAQYigUYkQIyBhAAGAgYHjILEAAYgAQYigUYhgMyCxAAGIAEGIoFGIYDMggQABiABBiiBDIIEAAYgAQYogRI1QpQAFjLBHAAeAGQAQCYAYgCoAGcB6oBBTAuNC4xuAEDyAEA-AEBmAIBoAKlAZgDAJIHAzAuMaAHiBqyBwMwLjG4B6UBwgcDMi0xyAcH&amp;sclient=gws-wiz-serp&amp;mstk=AUtExfAlIs1zeWO4vwecoWcMjtB-yqpYply_jrikMXKioKvtcZgmvGNkibkPbfogK07ywXnivCBubAietXXmBeMyeEY7s25GB7kjTd7INV6bJSXlXGm2Qzcdn_ZuBlkYvXrq6cwHsGUFPnxMyHG5CdKm8-5deNt4rNdt7af6AbUH1gbkQ_w&amp;csui=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google.com/search?q=ArrayDeque&amp;biw=1396&amp;bih=670&amp;sca_esv=ae9ad31c0e81471d&amp;ei=qKQOaZKcK-i7seMPkPqtqA4&amp;ved=2ahUKEwjlg8rzwOGQAxUwxzgGHcgMD1UQgK4QegQIARAG&amp;uact=5&amp;oq=Queue+interface+in+collection+framework&amp;gs_lp=Egxnd3Mtd2l6LXNlcnAiJ1F1ZXVlIGludGVyZmFjZSBpbiBjb2xsZWN0aW9uIGZyYW1ld29yazILEAAYgAQYigUYkQIyBhAAGAgYHjILEAAYgAQYigUYhgMyCxAAGIAEGIoFGIYDMggQABiABBiiBDIIEAAYgAQYogRI1QpQAFjLBHAAeAGQAQCYAYgCoAGcB6oBBTAuNC4xuAEDyAEA-AEBmAIBoAKlAZgDAJIHAzAuMaAHiBqyBwMwLjG4B6UBwgcDMi0xyAcH&amp;sclient=gws-wiz-serp&amp;mstk=AUtExfAlIs1zeWO4vwecoWcMjtB-yqpYply_jrikMXKioKvtcZgmvGNkibkPbfogK07ywXnivCBubAietXXmBeMyeEY7s25GB7kjTd7INV6bJSXlXGm2Qzcdn_ZuBlkYvXrq6cwHsGUFPnxMyHG5CdKm8-5deNt4rNdt7af6AbUH1gbkQ_w&amp;csui=3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770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Framework</a:t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java.util.*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68703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B </a:t>
            </a:r>
            <a:r>
              <a:rPr lang="en-US" sz="3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Padmaja</a:t>
            </a:r>
            <a:endParaRPr lang="en-US" sz="3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Dean, Career Development Centre</a:t>
            </a:r>
          </a:p>
          <a:p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IARE</a:t>
            </a:r>
            <a:endParaRPr lang="en-US" sz="3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Collection Framework (JCF)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112808"/>
            <a:ext cx="10324755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Collection Framework (JCF)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of classes and interfaces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helps you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store, manipulate, and retrieve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groups of objects efficiently.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Instead of writing your own data structures (like arrays, linked lists, stacks, etc.), Java provides ready-made implementations in the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package.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built-in collection classes like List, Set, Map and Queue, so developers don’t need to write their own data management algorithms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Collection Framework improves productivity by making code more reusable, maintainable and faster to develop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en-US" sz="2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javap</a:t>
            </a:r>
            <a:r>
              <a:rPr lang="en-US" alt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java.util.ArrayList</a:t>
            </a:r>
            <a:endParaRPr kumimoji="0" lang="en-US" altLang="en-US" sz="22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03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09" y="71025"/>
            <a:ext cx="9587093" cy="671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5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189" y="310551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Interface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69189" y="1058234"/>
            <a:ext cx="10749840" cy="178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List interface in Java is a fundamental part of the Java Collections Framework, residing in the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package.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an ordered collection of elements, also known as a sequence, that allows duplicate values.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050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990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Interface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88730" y="977588"/>
            <a:ext cx="10814539" cy="55322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Ordered Collection: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List maintains the insertion order of elements, meaning the order in which elements are added to the list is preserved.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Duplicates: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Unlike Set, a List can store multiple instances of the same element.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Index-Based Access: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Elements in a List can be accessed, inserted, or removed based on their numerical position (index), starting from zero.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Extends Collection:</a:t>
            </a:r>
            <a:r>
              <a:rPr lang="en-US" altLang="en-US" sz="22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List interface extends the Collection interface, inheriting its methods for basic collection operations like add(), remove(), size(),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etc.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 List Methods: 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inherited methods, List provides its own methods for positional access (get(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index), set(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index, E element)), searching 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(Object o),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lastIndexOf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(Object o)), and range-view operations 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subList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fromIndex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toIndex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Common concrete classes that implement the List interface include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LinkedList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Vector, and Stack. Each implementation offers different performance characteristics based on underlying data structures.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84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189" y="310551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Interface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33090" y="1167833"/>
            <a:ext cx="10695317" cy="2462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Queue interface in the Java Collections Framework 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represents an ordered collection that is typically processed in a First-In, First-Out (FIFO) manner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extends the Collection interface and is used to hold elements before they are processed, with new elements added at the end and removed from the beginning.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implementations include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LinkedList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PriorityQueue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ArrayDeque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667" y="3630046"/>
            <a:ext cx="5084643" cy="29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5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Copying 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5064155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Using for loop</a:t>
            </a:r>
          </a:p>
          <a:p>
            <a:pPr marL="0" indent="0" algn="just">
              <a:buNone/>
            </a:pP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[5];</a:t>
            </a:r>
          </a:p>
          <a:p>
            <a:pPr marL="0" indent="0" algn="just">
              <a:buNone/>
            </a:pP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new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copy[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 algn="just">
              <a:buNone/>
            </a:pPr>
            <a:endParaRPr lang="en-US" sz="25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System.arraycopy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System.arraycopy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0, copy,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endParaRPr lang="en-US" sz="25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clone()</a:t>
            </a:r>
          </a:p>
          <a:p>
            <a:pPr marL="0" indent="0" algn="just">
              <a:buNone/>
            </a:pP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copy =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arr.clone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78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Arrays to Methods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5064155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Arrays can be passed to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emthods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just like other objects.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ublic static void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printArray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“  ”);</a:t>
            </a: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Returning Arrays from Methods</a:t>
            </a: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getArray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new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{10, 20, 30};</a:t>
            </a: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5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Anonymous Arrays: used when you don’t want to store the array reference.</a:t>
            </a:r>
          </a:p>
          <a:p>
            <a:pPr marL="0" indent="0" algn="just">
              <a:buNone/>
            </a:pP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printArray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(new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{1, 2, 3, 4});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75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Values in 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488"/>
              </p:ext>
            </p:extLst>
          </p:nvPr>
        </p:nvGraphicFramePr>
        <p:xfrm>
          <a:off x="1313541" y="1895323"/>
          <a:ext cx="989056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430"/>
                <a:gridCol w="539113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 Value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long, short, byte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float, double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‘\u0000’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types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01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Class (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java.util.Arrays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5467" y="1257204"/>
            <a:ext cx="10776659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a utility class </a:t>
            </a: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java.util.Arrays</a:t>
            </a:r>
            <a:r>
              <a:rPr kumimoji="0" lang="en-US" altLang="en-US" sz="25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easy operation.</a:t>
            </a: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60034"/>
              </p:ext>
            </p:extLst>
          </p:nvPr>
        </p:nvGraphicFramePr>
        <p:xfrm>
          <a:off x="1313541" y="1895323"/>
          <a:ext cx="989056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645"/>
                <a:gridCol w="61259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Arrays.toString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array to string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Arrays.sort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Sorts array in ascending order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Arrays.equals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(a, b)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arrays are equal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Arrays.copyOf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Copies first n elements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Arrays.copyOfRange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 subset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Arrays.fill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Fills array with given value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Arrays.binarySearch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key)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Searches for a value (array must be sorted)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Arrays.stream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stream operations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75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291977"/>
            <a:ext cx="10263996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338417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Easy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elements using index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for fixed-size collections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with loops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Fixed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(cannot grow or shrink dynamically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only one type of data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/ deletion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costly compared to lists.</a:t>
            </a:r>
          </a:p>
        </p:txBody>
      </p:sp>
    </p:spTree>
    <p:extLst>
      <p:ext uri="{BB962C8B-B14F-4D97-AF65-F5344CB8AC3E}">
        <p14:creationId xmlns:p14="http://schemas.microsoft.com/office/powerpoint/2010/main" val="956083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18604"/>
            <a:ext cx="10515600" cy="747683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1" y="1276094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Java is a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resizable (dynamic) array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part of the </a:t>
            </a:r>
            <a:r>
              <a:rPr kumimoji="0" lang="en-US" alt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package — that allows you to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store, access, and manipulate a list of elements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just like an array, but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a fixed size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 in Java that implements the List interface and provides dynamic arrays that can grow or shrink in size as needed.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java.util.ArrayList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&lt;Type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listName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&lt;Type&gt;();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 students = new </a:t>
            </a: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&lt;String&gt;();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274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instead of 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5467" y="1257204"/>
            <a:ext cx="10776659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a utility class </a:t>
            </a: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java.util.Arrays</a:t>
            </a:r>
            <a:r>
              <a:rPr kumimoji="0" lang="en-US" altLang="en-US" sz="25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easy operation.</a:t>
            </a: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03009"/>
              </p:ext>
            </p:extLst>
          </p:nvPr>
        </p:nvGraphicFramePr>
        <p:xfrm>
          <a:off x="1313541" y="1895323"/>
          <a:ext cx="989056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2"/>
                <a:gridCol w="3135086"/>
                <a:gridCol w="35296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ArrayList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Safety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store primitives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objects only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/ Deletion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shifting needed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Handled automatically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 Methods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630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682836"/>
              </p:ext>
            </p:extLst>
          </p:nvPr>
        </p:nvGraphicFramePr>
        <p:xfrm>
          <a:off x="1313542" y="1093505"/>
          <a:ext cx="989056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645"/>
                <a:gridCol w="61259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add(element)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an element to the list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add(index, 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Inserts element at specific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get(index)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Retrieves element at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set(index, 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Updates element at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remove(index)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element at given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number of elements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all elements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contains(element)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list contains given element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isEmpty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list is empty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indexOf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index of first occurrence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toArray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to regular array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420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572</Words>
  <Application>Microsoft Office PowerPoint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Collection Framework java.util.*</vt:lpstr>
      <vt:lpstr>Java Collection Framework (JCF)</vt:lpstr>
      <vt:lpstr>PowerPoint Presentation</vt:lpstr>
      <vt:lpstr>List Interface</vt:lpstr>
      <vt:lpstr>Key Characteristics of List Interface</vt:lpstr>
      <vt:lpstr>Queue Interface</vt:lpstr>
      <vt:lpstr>Copying Arrays</vt:lpstr>
      <vt:lpstr>Passing Arrays to Methods</vt:lpstr>
      <vt:lpstr>Default Values in Arrays</vt:lpstr>
      <vt:lpstr>Array Class (java.util.Arrays)</vt:lpstr>
      <vt:lpstr>PowerPoint Presentation</vt:lpstr>
      <vt:lpstr>ArrayList</vt:lpstr>
      <vt:lpstr>Why use ArrayList instead of Arrays</vt:lpstr>
      <vt:lpstr>Built-in ArrayList Methods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63</cp:revision>
  <dcterms:created xsi:type="dcterms:W3CDTF">2025-11-02T11:18:37Z</dcterms:created>
  <dcterms:modified xsi:type="dcterms:W3CDTF">2025-11-08T02:42:09Z</dcterms:modified>
</cp:coreProperties>
</file>